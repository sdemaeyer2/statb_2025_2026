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7" r:id="rId4"/>
    <p:sldMasterId id="2147484114" r:id="rId5"/>
  </p:sldMasterIdLst>
  <p:notesMasterIdLst>
    <p:notesMasterId r:id="rId43"/>
  </p:notesMasterIdLst>
  <p:handoutMasterIdLst>
    <p:handoutMasterId r:id="rId44"/>
  </p:handoutMasterIdLst>
  <p:sldIdLst>
    <p:sldId id="257" r:id="rId6"/>
    <p:sldId id="268" r:id="rId7"/>
    <p:sldId id="331" r:id="rId8"/>
    <p:sldId id="427" r:id="rId9"/>
    <p:sldId id="428" r:id="rId10"/>
    <p:sldId id="448" r:id="rId11"/>
    <p:sldId id="451" r:id="rId12"/>
    <p:sldId id="273" r:id="rId13"/>
    <p:sldId id="429" r:id="rId14"/>
    <p:sldId id="386" r:id="rId15"/>
    <p:sldId id="371" r:id="rId16"/>
    <p:sldId id="375" r:id="rId17"/>
    <p:sldId id="379" r:id="rId18"/>
    <p:sldId id="431" r:id="rId19"/>
    <p:sldId id="433" r:id="rId20"/>
    <p:sldId id="432" r:id="rId21"/>
    <p:sldId id="435" r:id="rId22"/>
    <p:sldId id="434" r:id="rId23"/>
    <p:sldId id="436" r:id="rId24"/>
    <p:sldId id="437" r:id="rId25"/>
    <p:sldId id="291" r:id="rId26"/>
    <p:sldId id="384" r:id="rId27"/>
    <p:sldId id="387" r:id="rId28"/>
    <p:sldId id="438" r:id="rId29"/>
    <p:sldId id="411" r:id="rId30"/>
    <p:sldId id="418" r:id="rId31"/>
    <p:sldId id="452" r:id="rId32"/>
    <p:sldId id="439" r:id="rId33"/>
    <p:sldId id="453" r:id="rId34"/>
    <p:sldId id="441" r:id="rId35"/>
    <p:sldId id="442" r:id="rId36"/>
    <p:sldId id="443" r:id="rId37"/>
    <p:sldId id="444" r:id="rId38"/>
    <p:sldId id="445" r:id="rId39"/>
    <p:sldId id="324" r:id="rId40"/>
    <p:sldId id="450" r:id="rId41"/>
    <p:sldId id="325" r:id="rId42"/>
  </p:sldIdLst>
  <p:sldSz cx="12192000" cy="6858000"/>
  <p:notesSz cx="6797675" cy="9926638"/>
  <p:defaultTextStyle>
    <a:defPPr>
      <a:defRPr lang="nl-BE"/>
    </a:defPPr>
    <a:lvl1pPr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196" userDrawn="1">
          <p15:clr>
            <a:srgbClr val="A4A3A4"/>
          </p15:clr>
        </p15:guide>
        <p15:guide id="2" orient="horz" pos="3122" userDrawn="1">
          <p15:clr>
            <a:srgbClr val="A4A3A4"/>
          </p15:clr>
        </p15:guide>
        <p15:guide id="3" pos="197" userDrawn="1">
          <p15:clr>
            <a:srgbClr val="A4A3A4"/>
          </p15:clr>
        </p15:guide>
        <p15:guide id="4" pos="2141" userDrawn="1">
          <p15:clr>
            <a:srgbClr val="A4A3A4"/>
          </p15:clr>
        </p15:guide>
        <p15:guide id="5" pos="408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ne van Daal" initials="TvD" lastIdx="2" clrIdx="0">
    <p:extLst>
      <p:ext uri="{19B8F6BF-5375-455C-9EA6-DF929625EA0E}">
        <p15:presenceInfo xmlns:p15="http://schemas.microsoft.com/office/powerpoint/2012/main" userId="S::tvdaal@ad.ua.ac.be::ecf543c1-d1bd-4274-b68c-558406766bb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983466"/>
    <a:srgbClr val="000000"/>
    <a:srgbClr val="1C00FF"/>
    <a:srgbClr val="2A77CF"/>
    <a:srgbClr val="9A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ijl, thema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8FB837D-C827-4EFA-A057-4D05807E0F7C}" styleName="Stijl, thema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Stijl, thema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8B1032C-EA38-4F05-BA0D-38AFFFC7BED3}" styleName="Stijl, licht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9" autoAdjust="0"/>
    <p:restoredTop sz="72222" autoAdjust="0"/>
  </p:normalViewPr>
  <p:slideViewPr>
    <p:cSldViewPr snapToGrid="0" snapToObjects="1" showGuides="1">
      <p:cViewPr>
        <p:scale>
          <a:sx n="33" d="100"/>
          <a:sy n="33" d="100"/>
        </p:scale>
        <p:origin x="1832" y="308"/>
      </p:cViewPr>
      <p:guideLst/>
    </p:cSldViewPr>
  </p:slideViewPr>
  <p:notesTextViewPr>
    <p:cViewPr>
      <p:scale>
        <a:sx n="100" d="100"/>
        <a:sy n="100" d="100"/>
      </p:scale>
      <p:origin x="0" y="0"/>
    </p:cViewPr>
  </p:notesTextViewPr>
  <p:notesViewPr>
    <p:cSldViewPr snapToGrid="0" snapToObjects="1" showGuides="1">
      <p:cViewPr varScale="1">
        <p:scale>
          <a:sx n="66" d="100"/>
          <a:sy n="66" d="100"/>
        </p:scale>
        <p:origin x="0" y="0"/>
      </p:cViewPr>
      <p:guideLst>
        <p:guide orient="horz" pos="196"/>
        <p:guide orient="horz" pos="3122"/>
        <p:guide pos="197"/>
        <p:guide pos="2141"/>
        <p:guide pos="408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6400" cy="498316"/>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sz="quarter" idx="1"/>
          </p:nvPr>
        </p:nvSpPr>
        <p:spPr>
          <a:xfrm>
            <a:off x="3849688" y="0"/>
            <a:ext cx="2946400" cy="498316"/>
          </a:xfrm>
          <a:prstGeom prst="rect">
            <a:avLst/>
          </a:prstGeom>
        </p:spPr>
        <p:txBody>
          <a:bodyPr vert="horz" lIns="91440" tIns="45720" rIns="91440" bIns="45720" rtlCol="0"/>
          <a:lstStyle>
            <a:lvl1pPr algn="r">
              <a:defRPr sz="1200"/>
            </a:lvl1pPr>
          </a:lstStyle>
          <a:p>
            <a:fld id="{7EB9C054-719A-41DF-811F-C540A8FF7D50}" type="datetimeFigureOut">
              <a:rPr lang="nl-BE" smtClean="0"/>
              <a:t>11/03/2026</a:t>
            </a:fld>
            <a:endParaRPr lang="nl-BE"/>
          </a:p>
        </p:txBody>
      </p:sp>
      <p:sp>
        <p:nvSpPr>
          <p:cNvPr id="4" name="Tijdelijke aanduiding voor voettekst 3"/>
          <p:cNvSpPr>
            <a:spLocks noGrp="1"/>
          </p:cNvSpPr>
          <p:nvPr>
            <p:ph type="ftr" sz="quarter" idx="2"/>
          </p:nvPr>
        </p:nvSpPr>
        <p:spPr>
          <a:xfrm>
            <a:off x="0" y="9428323"/>
            <a:ext cx="2946400" cy="498316"/>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p:cNvSpPr>
            <a:spLocks noGrp="1"/>
          </p:cNvSpPr>
          <p:nvPr>
            <p:ph type="sldNum" sz="quarter" idx="3"/>
          </p:nvPr>
        </p:nvSpPr>
        <p:spPr>
          <a:xfrm>
            <a:off x="3849688" y="9428323"/>
            <a:ext cx="2946400" cy="498316"/>
          </a:xfrm>
          <a:prstGeom prst="rect">
            <a:avLst/>
          </a:prstGeom>
        </p:spPr>
        <p:txBody>
          <a:bodyPr vert="horz" lIns="91440" tIns="45720" rIns="91440" bIns="45720" rtlCol="0" anchor="b"/>
          <a:lstStyle>
            <a:lvl1pPr algn="r">
              <a:defRPr sz="1200"/>
            </a:lvl1pPr>
          </a:lstStyle>
          <a:p>
            <a:fld id="{F6318659-2183-4D5B-966D-8385DBC8B90F}" type="slidenum">
              <a:rPr lang="nl-BE" smtClean="0"/>
              <a:t>‹nr.›</a:t>
            </a:fld>
            <a:endParaRPr lang="nl-BE"/>
          </a:p>
        </p:txBody>
      </p:sp>
    </p:spTree>
    <p:extLst>
      <p:ext uri="{BB962C8B-B14F-4D97-AF65-F5344CB8AC3E}">
        <p14:creationId xmlns:p14="http://schemas.microsoft.com/office/powerpoint/2010/main" val="3346704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1" y="0"/>
            <a:ext cx="2946135" cy="497600"/>
          </a:xfrm>
          <a:prstGeom prst="rect">
            <a:avLst/>
          </a:prstGeom>
        </p:spPr>
        <p:txBody>
          <a:bodyPr vert="horz" lIns="91312" tIns="45656" rIns="91312" bIns="45656" rtlCol="0"/>
          <a:lstStyle>
            <a:lvl1pPr algn="l">
              <a:defRPr sz="1200"/>
            </a:lvl1pPr>
          </a:lstStyle>
          <a:p>
            <a:endParaRPr lang="nl-BE"/>
          </a:p>
        </p:txBody>
      </p:sp>
      <p:sp>
        <p:nvSpPr>
          <p:cNvPr id="3" name="Tijdelijke aanduiding voor datum 2"/>
          <p:cNvSpPr>
            <a:spLocks noGrp="1"/>
          </p:cNvSpPr>
          <p:nvPr>
            <p:ph type="dt" idx="1"/>
          </p:nvPr>
        </p:nvSpPr>
        <p:spPr>
          <a:xfrm>
            <a:off x="3849956" y="0"/>
            <a:ext cx="2946135" cy="497600"/>
          </a:xfrm>
          <a:prstGeom prst="rect">
            <a:avLst/>
          </a:prstGeom>
        </p:spPr>
        <p:txBody>
          <a:bodyPr vert="horz" lIns="91312" tIns="45656" rIns="91312" bIns="45656" rtlCol="0"/>
          <a:lstStyle>
            <a:lvl1pPr algn="r">
              <a:defRPr sz="1200"/>
            </a:lvl1pPr>
          </a:lstStyle>
          <a:p>
            <a:fld id="{1BA024AD-D02E-1148-9813-A0DDE1A9AA61}" type="datetimeFigureOut">
              <a:rPr lang="nl-BE" smtClean="0"/>
              <a:t>11/03/2026</a:t>
            </a:fld>
            <a:endParaRPr lang="nl-BE"/>
          </a:p>
        </p:txBody>
      </p:sp>
      <p:sp>
        <p:nvSpPr>
          <p:cNvPr id="4" name="Tijdelijke aanduiding voor dia-afbeelding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1312" tIns="45656" rIns="91312" bIns="45656" rtlCol="0" anchor="ctr"/>
          <a:lstStyle/>
          <a:p>
            <a:endParaRPr lang="nl-BE"/>
          </a:p>
        </p:txBody>
      </p:sp>
      <p:sp>
        <p:nvSpPr>
          <p:cNvPr id="5" name="Tijdelijke aanduiding voor notities 4"/>
          <p:cNvSpPr>
            <a:spLocks noGrp="1"/>
          </p:cNvSpPr>
          <p:nvPr>
            <p:ph type="body" sz="quarter" idx="3"/>
          </p:nvPr>
        </p:nvSpPr>
        <p:spPr>
          <a:xfrm>
            <a:off x="680244" y="4777909"/>
            <a:ext cx="5437188" cy="3907901"/>
          </a:xfrm>
          <a:prstGeom prst="rect">
            <a:avLst/>
          </a:prstGeom>
        </p:spPr>
        <p:txBody>
          <a:bodyPr vert="horz" lIns="91312" tIns="45656" rIns="91312" bIns="45656"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1" y="9429040"/>
            <a:ext cx="2946135" cy="497600"/>
          </a:xfrm>
          <a:prstGeom prst="rect">
            <a:avLst/>
          </a:prstGeom>
        </p:spPr>
        <p:txBody>
          <a:bodyPr vert="horz" lIns="91312" tIns="45656" rIns="91312" bIns="45656"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49956" y="9429040"/>
            <a:ext cx="2946135" cy="497600"/>
          </a:xfrm>
          <a:prstGeom prst="rect">
            <a:avLst/>
          </a:prstGeom>
        </p:spPr>
        <p:txBody>
          <a:bodyPr vert="horz" lIns="91312" tIns="45656" rIns="91312" bIns="45656" rtlCol="0" anchor="b"/>
          <a:lstStyle>
            <a:lvl1pPr algn="r">
              <a:defRPr sz="1200"/>
            </a:lvl1pPr>
          </a:lstStyle>
          <a:p>
            <a:fld id="{70203808-A6AE-8847-8EC6-9F383425AE8F}" type="slidenum">
              <a:rPr lang="nl-BE" smtClean="0"/>
              <a:t>‹nr.›</a:t>
            </a:fld>
            <a:endParaRPr lang="nl-BE"/>
          </a:p>
        </p:txBody>
      </p:sp>
    </p:spTree>
    <p:extLst>
      <p:ext uri="{BB962C8B-B14F-4D97-AF65-F5344CB8AC3E}">
        <p14:creationId xmlns:p14="http://schemas.microsoft.com/office/powerpoint/2010/main" val="426959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a:t>
            </a:fld>
            <a:endParaRPr lang="nl-BE"/>
          </a:p>
        </p:txBody>
      </p:sp>
    </p:spTree>
    <p:extLst>
      <p:ext uri="{BB962C8B-B14F-4D97-AF65-F5344CB8AC3E}">
        <p14:creationId xmlns:p14="http://schemas.microsoft.com/office/powerpoint/2010/main" val="1540180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4</a:t>
            </a:fld>
            <a:endParaRPr lang="nl-BE"/>
          </a:p>
        </p:txBody>
      </p:sp>
    </p:spTree>
    <p:extLst>
      <p:ext uri="{BB962C8B-B14F-4D97-AF65-F5344CB8AC3E}">
        <p14:creationId xmlns:p14="http://schemas.microsoft.com/office/powerpoint/2010/main" val="3615895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6</a:t>
            </a:fld>
            <a:endParaRPr lang="nl-BE"/>
          </a:p>
        </p:txBody>
      </p:sp>
    </p:spTree>
    <p:extLst>
      <p:ext uri="{BB962C8B-B14F-4D97-AF65-F5344CB8AC3E}">
        <p14:creationId xmlns:p14="http://schemas.microsoft.com/office/powerpoint/2010/main" val="427658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1E15A-EEA7-BEDC-1DBF-A97DF4BD8B9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DA5536E-C0A9-E665-E2C1-0EC3EF81B58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F959226-C813-3EFF-0B4F-B7D45231D636}"/>
              </a:ext>
            </a:extLst>
          </p:cNvPr>
          <p:cNvSpPr>
            <a:spLocks noGrp="1"/>
          </p:cNvSpPr>
          <p:nvPr>
            <p:ph type="body" idx="1"/>
          </p:nvPr>
        </p:nvSpPr>
        <p:spPr/>
        <p:txBody>
          <a:bodyPr/>
          <a:lstStyle/>
          <a:p>
            <a:pPr marL="0" lvl="0" indent="0">
              <a:lnSpc>
                <a:spcPct val="115000"/>
              </a:lnSpc>
              <a:spcAft>
                <a:spcPts val="0"/>
              </a:spcAft>
              <a:buFont typeface="Symbol" panose="05050102010706020507" pitchFamily="18" charset="2"/>
              <a:buNone/>
            </a:pPr>
            <a:endParaRPr lang="nl-BE" dirty="0"/>
          </a:p>
        </p:txBody>
      </p:sp>
      <p:sp>
        <p:nvSpPr>
          <p:cNvPr id="4" name="Tijdelijke aanduiding voor dianummer 3">
            <a:extLst>
              <a:ext uri="{FF2B5EF4-FFF2-40B4-BE49-F238E27FC236}">
                <a16:creationId xmlns:a16="http://schemas.microsoft.com/office/drawing/2014/main" id="{4544F43D-6008-DFB3-02AD-32EE2854DCE8}"/>
              </a:ext>
            </a:extLst>
          </p:cNvPr>
          <p:cNvSpPr>
            <a:spLocks noGrp="1"/>
          </p:cNvSpPr>
          <p:nvPr>
            <p:ph type="sldNum" sz="quarter" idx="10"/>
          </p:nvPr>
        </p:nvSpPr>
        <p:spPr/>
        <p:txBody>
          <a:bodyPr/>
          <a:lstStyle/>
          <a:p>
            <a:fld id="{70203808-A6AE-8847-8EC6-9F383425AE8F}" type="slidenum">
              <a:rPr lang="nl-BE" smtClean="0"/>
              <a:t>7</a:t>
            </a:fld>
            <a:endParaRPr lang="nl-BE"/>
          </a:p>
        </p:txBody>
      </p:sp>
    </p:spTree>
    <p:extLst>
      <p:ext uri="{BB962C8B-B14F-4D97-AF65-F5344CB8AC3E}">
        <p14:creationId xmlns:p14="http://schemas.microsoft.com/office/powerpoint/2010/main" val="2303888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8</a:t>
            </a:fld>
            <a:endParaRPr lang="nl-BE"/>
          </a:p>
        </p:txBody>
      </p:sp>
    </p:spTree>
    <p:extLst>
      <p:ext uri="{BB962C8B-B14F-4D97-AF65-F5344CB8AC3E}">
        <p14:creationId xmlns:p14="http://schemas.microsoft.com/office/powerpoint/2010/main" val="3216127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9</a:t>
            </a:fld>
            <a:endParaRPr lang="nl-BE"/>
          </a:p>
        </p:txBody>
      </p:sp>
    </p:spTree>
    <p:extLst>
      <p:ext uri="{BB962C8B-B14F-4D97-AF65-F5344CB8AC3E}">
        <p14:creationId xmlns:p14="http://schemas.microsoft.com/office/powerpoint/2010/main" val="1466790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10</a:t>
            </a:fld>
            <a:endParaRPr lang="nl-BE"/>
          </a:p>
        </p:txBody>
      </p:sp>
    </p:spTree>
    <p:extLst>
      <p:ext uri="{BB962C8B-B14F-4D97-AF65-F5344CB8AC3E}">
        <p14:creationId xmlns:p14="http://schemas.microsoft.com/office/powerpoint/2010/main" val="2752726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11</a:t>
            </a:fld>
            <a:endParaRPr lang="nl-BE"/>
          </a:p>
        </p:txBody>
      </p:sp>
    </p:spTree>
    <p:extLst>
      <p:ext uri="{BB962C8B-B14F-4D97-AF65-F5344CB8AC3E}">
        <p14:creationId xmlns:p14="http://schemas.microsoft.com/office/powerpoint/2010/main" val="3054901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12</a:t>
            </a:fld>
            <a:endParaRPr lang="nl-BE"/>
          </a:p>
        </p:txBody>
      </p:sp>
    </p:spTree>
    <p:extLst>
      <p:ext uri="{BB962C8B-B14F-4D97-AF65-F5344CB8AC3E}">
        <p14:creationId xmlns:p14="http://schemas.microsoft.com/office/powerpoint/2010/main" val="2938076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13</a:t>
            </a:fld>
            <a:endParaRPr lang="nl-BE"/>
          </a:p>
        </p:txBody>
      </p:sp>
    </p:spTree>
    <p:extLst>
      <p:ext uri="{BB962C8B-B14F-4D97-AF65-F5344CB8AC3E}">
        <p14:creationId xmlns:p14="http://schemas.microsoft.com/office/powerpoint/2010/main" val="3940222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14</a:t>
            </a:fld>
            <a:endParaRPr lang="nl-BE"/>
          </a:p>
        </p:txBody>
      </p:sp>
    </p:spTree>
    <p:extLst>
      <p:ext uri="{BB962C8B-B14F-4D97-AF65-F5344CB8AC3E}">
        <p14:creationId xmlns:p14="http://schemas.microsoft.com/office/powerpoint/2010/main" val="2921179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15</a:t>
            </a:fld>
            <a:endParaRPr lang="nl-BE"/>
          </a:p>
        </p:txBody>
      </p:sp>
    </p:spTree>
    <p:extLst>
      <p:ext uri="{BB962C8B-B14F-4D97-AF65-F5344CB8AC3E}">
        <p14:creationId xmlns:p14="http://schemas.microsoft.com/office/powerpoint/2010/main" val="1631549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16</a:t>
            </a:fld>
            <a:endParaRPr lang="nl-BE"/>
          </a:p>
        </p:txBody>
      </p:sp>
    </p:spTree>
    <p:extLst>
      <p:ext uri="{BB962C8B-B14F-4D97-AF65-F5344CB8AC3E}">
        <p14:creationId xmlns:p14="http://schemas.microsoft.com/office/powerpoint/2010/main" val="3695610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17</a:t>
            </a:fld>
            <a:endParaRPr lang="nl-BE"/>
          </a:p>
        </p:txBody>
      </p:sp>
    </p:spTree>
    <p:extLst>
      <p:ext uri="{BB962C8B-B14F-4D97-AF65-F5344CB8AC3E}">
        <p14:creationId xmlns:p14="http://schemas.microsoft.com/office/powerpoint/2010/main" val="1615135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defTabSz="913120">
              <a:defRPr/>
            </a:pPr>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18</a:t>
            </a:fld>
            <a:endParaRPr lang="nl-BE"/>
          </a:p>
        </p:txBody>
      </p:sp>
    </p:spTree>
    <p:extLst>
      <p:ext uri="{BB962C8B-B14F-4D97-AF65-F5344CB8AC3E}">
        <p14:creationId xmlns:p14="http://schemas.microsoft.com/office/powerpoint/2010/main" val="2784745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19</a:t>
            </a:fld>
            <a:endParaRPr lang="nl-BE"/>
          </a:p>
        </p:txBody>
      </p:sp>
    </p:spTree>
    <p:extLst>
      <p:ext uri="{BB962C8B-B14F-4D97-AF65-F5344CB8AC3E}">
        <p14:creationId xmlns:p14="http://schemas.microsoft.com/office/powerpoint/2010/main" val="3261466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20</a:t>
            </a:fld>
            <a:endParaRPr lang="nl-BE"/>
          </a:p>
        </p:txBody>
      </p:sp>
    </p:spTree>
    <p:extLst>
      <p:ext uri="{BB962C8B-B14F-4D97-AF65-F5344CB8AC3E}">
        <p14:creationId xmlns:p14="http://schemas.microsoft.com/office/powerpoint/2010/main" val="1939534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21</a:t>
            </a:fld>
            <a:endParaRPr lang="nl-BE"/>
          </a:p>
        </p:txBody>
      </p:sp>
    </p:spTree>
    <p:extLst>
      <p:ext uri="{BB962C8B-B14F-4D97-AF65-F5344CB8AC3E}">
        <p14:creationId xmlns:p14="http://schemas.microsoft.com/office/powerpoint/2010/main" val="419965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22</a:t>
            </a:fld>
            <a:endParaRPr lang="nl-BE"/>
          </a:p>
        </p:txBody>
      </p:sp>
    </p:spTree>
    <p:extLst>
      <p:ext uri="{BB962C8B-B14F-4D97-AF65-F5344CB8AC3E}">
        <p14:creationId xmlns:p14="http://schemas.microsoft.com/office/powerpoint/2010/main" val="4040547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23</a:t>
            </a:fld>
            <a:endParaRPr lang="nl-BE"/>
          </a:p>
        </p:txBody>
      </p:sp>
    </p:spTree>
    <p:extLst>
      <p:ext uri="{BB962C8B-B14F-4D97-AF65-F5344CB8AC3E}">
        <p14:creationId xmlns:p14="http://schemas.microsoft.com/office/powerpoint/2010/main" val="431883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24</a:t>
            </a:fld>
            <a:endParaRPr lang="nl-BE"/>
          </a:p>
        </p:txBody>
      </p:sp>
    </p:spTree>
    <p:extLst>
      <p:ext uri="{BB962C8B-B14F-4D97-AF65-F5344CB8AC3E}">
        <p14:creationId xmlns:p14="http://schemas.microsoft.com/office/powerpoint/2010/main" val="7053302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25</a:t>
            </a:fld>
            <a:endParaRPr lang="nl-BE"/>
          </a:p>
        </p:txBody>
      </p:sp>
    </p:spTree>
    <p:extLst>
      <p:ext uri="{BB962C8B-B14F-4D97-AF65-F5344CB8AC3E}">
        <p14:creationId xmlns:p14="http://schemas.microsoft.com/office/powerpoint/2010/main" val="23402299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26</a:t>
            </a:fld>
            <a:endParaRPr lang="nl-BE"/>
          </a:p>
        </p:txBody>
      </p:sp>
    </p:spTree>
    <p:extLst>
      <p:ext uri="{BB962C8B-B14F-4D97-AF65-F5344CB8AC3E}">
        <p14:creationId xmlns:p14="http://schemas.microsoft.com/office/powerpoint/2010/main" val="375605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528D2-355F-869A-0FDF-36218D59FCB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9C13A27-0153-9346-F4F5-600EAE7235F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2077077-BC18-E626-442E-E988AC50039D}"/>
              </a:ext>
            </a:extLst>
          </p:cNvPr>
          <p:cNvSpPr>
            <a:spLocks noGrp="1"/>
          </p:cNvSpPr>
          <p:nvPr>
            <p:ph type="body" idx="1"/>
          </p:nvPr>
        </p:nvSpPr>
        <p:spPr/>
        <p:txBody>
          <a:bodyPr/>
          <a:lstStyle/>
          <a:p>
            <a:pPr marL="342900" marR="0" lvl="0" indent="-342900" algn="l" defTabSz="914400" rtl="0" eaLnBrk="0" fontAlgn="base" latinLnBrk="0" hangingPunct="0">
              <a:lnSpc>
                <a:spcPct val="115000"/>
              </a:lnSpc>
              <a:spcBef>
                <a:spcPct val="0"/>
              </a:spcBef>
              <a:spcAft>
                <a:spcPts val="0"/>
              </a:spcAft>
              <a:buClrTx/>
              <a:buSzTx/>
              <a:buFont typeface="Symbol" panose="05050102010706020507" pitchFamily="18" charset="2"/>
              <a:buChar char=""/>
              <a:tabLst/>
              <a:defRPr/>
            </a:pPr>
            <a:endParaRPr lang="nl-BE" dirty="0"/>
          </a:p>
        </p:txBody>
      </p:sp>
      <p:sp>
        <p:nvSpPr>
          <p:cNvPr id="4" name="Tijdelijke aanduiding voor dianummer 3">
            <a:extLst>
              <a:ext uri="{FF2B5EF4-FFF2-40B4-BE49-F238E27FC236}">
                <a16:creationId xmlns:a16="http://schemas.microsoft.com/office/drawing/2014/main" id="{5BA2201F-A1F3-A1EC-C1DD-288844F18D9E}"/>
              </a:ext>
            </a:extLst>
          </p:cNvPr>
          <p:cNvSpPr>
            <a:spLocks noGrp="1"/>
          </p:cNvSpPr>
          <p:nvPr>
            <p:ph type="sldNum" sz="quarter" idx="10"/>
          </p:nvPr>
        </p:nvSpPr>
        <p:spPr/>
        <p:txBody>
          <a:bodyPr/>
          <a:lstStyle/>
          <a:p>
            <a:fld id="{70203808-A6AE-8847-8EC6-9F383425AE8F}" type="slidenum">
              <a:rPr lang="nl-BE" smtClean="0"/>
              <a:t>27</a:t>
            </a:fld>
            <a:endParaRPr lang="nl-BE"/>
          </a:p>
        </p:txBody>
      </p:sp>
    </p:spTree>
    <p:extLst>
      <p:ext uri="{BB962C8B-B14F-4D97-AF65-F5344CB8AC3E}">
        <p14:creationId xmlns:p14="http://schemas.microsoft.com/office/powerpoint/2010/main" val="2090644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28</a:t>
            </a:fld>
            <a:endParaRPr lang="nl-BE"/>
          </a:p>
        </p:txBody>
      </p:sp>
    </p:spTree>
    <p:extLst>
      <p:ext uri="{BB962C8B-B14F-4D97-AF65-F5344CB8AC3E}">
        <p14:creationId xmlns:p14="http://schemas.microsoft.com/office/powerpoint/2010/main" val="1801678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B5A8F-C669-AEF3-A7F9-32B3079DC9D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860C082-519D-EA7D-465D-7D0E68FB9BB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D0D3503-0F96-B719-22A8-4D363C330EFD}"/>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E7D76CAB-E6DA-D361-451A-0A9A35BBA3D3}"/>
              </a:ext>
            </a:extLst>
          </p:cNvPr>
          <p:cNvSpPr>
            <a:spLocks noGrp="1"/>
          </p:cNvSpPr>
          <p:nvPr>
            <p:ph type="sldNum" sz="quarter" idx="10"/>
          </p:nvPr>
        </p:nvSpPr>
        <p:spPr/>
        <p:txBody>
          <a:bodyPr/>
          <a:lstStyle/>
          <a:p>
            <a:fld id="{70203808-A6AE-8847-8EC6-9F383425AE8F}" type="slidenum">
              <a:rPr lang="nl-BE" smtClean="0"/>
              <a:t>29</a:t>
            </a:fld>
            <a:endParaRPr lang="nl-BE"/>
          </a:p>
        </p:txBody>
      </p:sp>
    </p:spTree>
    <p:extLst>
      <p:ext uri="{BB962C8B-B14F-4D97-AF65-F5344CB8AC3E}">
        <p14:creationId xmlns:p14="http://schemas.microsoft.com/office/powerpoint/2010/main" val="11376835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30</a:t>
            </a:fld>
            <a:endParaRPr lang="nl-BE"/>
          </a:p>
        </p:txBody>
      </p:sp>
    </p:spTree>
    <p:extLst>
      <p:ext uri="{BB962C8B-B14F-4D97-AF65-F5344CB8AC3E}">
        <p14:creationId xmlns:p14="http://schemas.microsoft.com/office/powerpoint/2010/main" val="3651155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33</a:t>
            </a:fld>
            <a:endParaRPr lang="nl-BE"/>
          </a:p>
        </p:txBody>
      </p:sp>
    </p:spTree>
    <p:extLst>
      <p:ext uri="{BB962C8B-B14F-4D97-AF65-F5344CB8AC3E}">
        <p14:creationId xmlns:p14="http://schemas.microsoft.com/office/powerpoint/2010/main" val="3195916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34</a:t>
            </a:fld>
            <a:endParaRPr lang="nl-BE"/>
          </a:p>
        </p:txBody>
      </p:sp>
    </p:spTree>
    <p:extLst>
      <p:ext uri="{BB962C8B-B14F-4D97-AF65-F5344CB8AC3E}">
        <p14:creationId xmlns:p14="http://schemas.microsoft.com/office/powerpoint/2010/main" val="2818529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36</a:t>
            </a:fld>
            <a:endParaRPr lang="nl-BE"/>
          </a:p>
        </p:txBody>
      </p:sp>
    </p:spTree>
    <p:extLst>
      <p:ext uri="{BB962C8B-B14F-4D97-AF65-F5344CB8AC3E}">
        <p14:creationId xmlns:p14="http://schemas.microsoft.com/office/powerpoint/2010/main" val="2053721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Antwerpen_enkel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A766-FA6C-4E42-BAD1-58E378599FB5}"/>
              </a:ext>
            </a:extLst>
          </p:cNvPr>
          <p:cNvSpPr>
            <a:spLocks noGrp="1"/>
          </p:cNvSpPr>
          <p:nvPr>
            <p:ph type="title" hasCustomPrompt="1"/>
          </p:nvPr>
        </p:nvSpPr>
        <p:spPr/>
        <p:txBody>
          <a:bodyPr/>
          <a:lstStyle>
            <a:lvl1pPr>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B21DCFB5-39F0-E04F-B592-B890194C076F}"/>
              </a:ext>
            </a:extLst>
          </p:cNvPr>
          <p:cNvSpPr>
            <a:spLocks noGrp="1"/>
          </p:cNvSpPr>
          <p:nvPr>
            <p:ph type="sldNum" sz="quarter" idx="10"/>
          </p:nvPr>
        </p:nvSpPr>
        <p:spPr/>
        <p:txBody>
          <a:bodyPr/>
          <a:lstStyle/>
          <a:p>
            <a:fld id="{E038E271-308C-2E46-A3EC-56326F9084CC}" type="slidenum">
              <a:rPr lang="nl-BE" smtClean="0"/>
              <a:pPr/>
              <a:t>‹nr.›</a:t>
            </a:fld>
            <a:endParaRPr lang="nl-BE" dirty="0"/>
          </a:p>
        </p:txBody>
      </p:sp>
      <p:sp>
        <p:nvSpPr>
          <p:cNvPr id="4" name="Tijdelijke aanduiding voor tekst 2">
            <a:extLst>
              <a:ext uri="{FF2B5EF4-FFF2-40B4-BE49-F238E27FC236}">
                <a16:creationId xmlns:a16="http://schemas.microsoft.com/office/drawing/2014/main" id="{1F0EA669-8677-CD4C-AD8D-C4852AC0E3E4}"/>
              </a:ext>
            </a:extLst>
          </p:cNvPr>
          <p:cNvSpPr>
            <a:spLocks noGrp="1"/>
          </p:cNvSpPr>
          <p:nvPr>
            <p:ph idx="1" hasCustomPrompt="1"/>
          </p:nvPr>
        </p:nvSpPr>
        <p:spPr>
          <a:xfrm>
            <a:off x="623887" y="1577009"/>
            <a:ext cx="10944226" cy="4660279"/>
          </a:xfrm>
          <a:prstGeom prst="rect">
            <a:avLst/>
          </a:prstGeom>
        </p:spPr>
        <p:txBody>
          <a:bodyPr vert="horz" wrap="none" lIns="0" tIns="0" rIns="0" bIns="0" rtlCol="0">
            <a:noAutofit/>
          </a:bodyPr>
          <a:lstStyle>
            <a:lvl1pPr marL="274638" indent="-274638">
              <a:buClr>
                <a:schemeClr val="accent2"/>
              </a:buClr>
              <a:buSzPct val="75000"/>
              <a:buFont typeface="Wingdings" pitchFamily="2" charset="2"/>
              <a:buChar char="§"/>
              <a:tabLst/>
              <a:defRPr b="1" i="0">
                <a:latin typeface="Calibri" panose="020F0502020204030204" pitchFamily="34" charset="0"/>
                <a:cs typeface="Calibri" panose="020F0502020204030204" pitchFamily="34" charset="0"/>
              </a:defRPr>
            </a:lvl1pPr>
            <a:lvl2pPr>
              <a:buSzPct val="75000"/>
              <a:buFont typeface="Wingdings" pitchFamily="2" charset="2"/>
              <a:buChar char="§"/>
              <a:defRPr sz="2400" b="0" i="0">
                <a:solidFill>
                  <a:schemeClr val="tx1"/>
                </a:solidFill>
                <a:latin typeface="Calibri Light" panose="020F0302020204030204" pitchFamily="34" charset="0"/>
                <a:cs typeface="Calibri Light" panose="020F0302020204030204" pitchFamily="34" charset="0"/>
              </a:defRPr>
            </a:lvl2pPr>
            <a:lvl3pPr>
              <a:defRPr>
                <a:solidFill>
                  <a:schemeClr val="tx1"/>
                </a:solidFill>
              </a:defRPr>
            </a:lvl3pPr>
          </a:lstStyle>
          <a:p>
            <a:r>
              <a:rPr lang="nl-NL" dirty="0"/>
              <a:t>Eerste niveau</a:t>
            </a:r>
          </a:p>
          <a:p>
            <a:pPr lvl="1"/>
            <a:r>
              <a:rPr lang="nl-NL" dirty="0"/>
              <a:t>Tweede niveau</a:t>
            </a:r>
          </a:p>
          <a:p>
            <a:pPr lvl="2"/>
            <a:r>
              <a:rPr lang="nl-NL" dirty="0"/>
              <a:t>Derde niveau</a:t>
            </a:r>
            <a:endParaRPr lang="nl-BE" dirty="0"/>
          </a:p>
        </p:txBody>
      </p:sp>
    </p:spTree>
    <p:extLst>
      <p:ext uri="{BB962C8B-B14F-4D97-AF65-F5344CB8AC3E}">
        <p14:creationId xmlns:p14="http://schemas.microsoft.com/office/powerpoint/2010/main" val="1885632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Antwerpen_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1B9851-093E-A241-B582-F0998CFFFEA9}"/>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7" name="Titel 4">
            <a:extLst>
              <a:ext uri="{FF2B5EF4-FFF2-40B4-BE49-F238E27FC236}">
                <a16:creationId xmlns:a16="http://schemas.microsoft.com/office/drawing/2014/main" id="{041CBA9C-BD5E-424C-93BC-60164869E1DC}"/>
              </a:ext>
            </a:extLst>
          </p:cNvPr>
          <p:cNvSpPr>
            <a:spLocks noGrp="1"/>
          </p:cNvSpPr>
          <p:nvPr>
            <p:ph type="title" hasCustomPrompt="1"/>
          </p:nvPr>
        </p:nvSpPr>
        <p:spPr>
          <a:xfrm>
            <a:off x="6564313" y="620713"/>
            <a:ext cx="5003800" cy="1385085"/>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inhoud 19">
            <a:extLst>
              <a:ext uri="{FF2B5EF4-FFF2-40B4-BE49-F238E27FC236}">
                <a16:creationId xmlns:a16="http://schemas.microsoft.com/office/drawing/2014/main" id="{BE210D56-4E21-934F-8202-FD47D01F6AAF}"/>
              </a:ext>
            </a:extLst>
          </p:cNvPr>
          <p:cNvSpPr>
            <a:spLocks noGrp="1"/>
          </p:cNvSpPr>
          <p:nvPr>
            <p:ph sz="quarter" idx="11" hasCustomPrompt="1"/>
          </p:nvPr>
        </p:nvSpPr>
        <p:spPr>
          <a:xfrm>
            <a:off x="6564313" y="2272145"/>
            <a:ext cx="5003800" cy="3965142"/>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9" name="Picture Placeholder 32">
            <a:extLst>
              <a:ext uri="{FF2B5EF4-FFF2-40B4-BE49-F238E27FC236}">
                <a16:creationId xmlns:a16="http://schemas.microsoft.com/office/drawing/2014/main" id="{971C9B50-FEE3-1047-A14B-9C8C2F5D606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79148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Antwerpen_beeldenquote">
    <p:spTree>
      <p:nvGrpSpPr>
        <p:cNvPr id="1" name=""/>
        <p:cNvGrpSpPr/>
        <p:nvPr/>
      </p:nvGrpSpPr>
      <p:grpSpPr>
        <a:xfrm>
          <a:off x="0" y="0"/>
          <a:ext cx="0" cy="0"/>
          <a:chOff x="0" y="0"/>
          <a:chExt cx="0" cy="0"/>
        </a:xfrm>
      </p:grpSpPr>
      <p:sp>
        <p:nvSpPr>
          <p:cNvPr id="5" name="Tijdelijke aanduiding voor tekst 5">
            <a:extLst>
              <a:ext uri="{FF2B5EF4-FFF2-40B4-BE49-F238E27FC236}">
                <a16:creationId xmlns:a16="http://schemas.microsoft.com/office/drawing/2014/main" id="{B12DC5D2-C15B-384E-ACE3-F0E40CA5B411}"/>
              </a:ext>
            </a:extLst>
          </p:cNvPr>
          <p:cNvSpPr>
            <a:spLocks noGrp="1"/>
          </p:cNvSpPr>
          <p:nvPr>
            <p:ph type="body" sz="quarter" idx="12" hasCustomPrompt="1"/>
          </p:nvPr>
        </p:nvSpPr>
        <p:spPr>
          <a:xfrm>
            <a:off x="6419850" y="3790950"/>
            <a:ext cx="4679950" cy="728662"/>
          </a:xfrm>
        </p:spPr>
        <p:txBody>
          <a:bodyPr lIns="0" tIns="0" rIns="0" bIns="0">
            <a:noAutofit/>
          </a:bodyPr>
          <a:lstStyle>
            <a:lvl1pPr>
              <a:defRPr sz="2400" b="1" i="0">
                <a:latin typeface="Calibri" panose="020F0502020204030204" pitchFamily="34" charset="0"/>
                <a:cs typeface="Calibri" panose="020F0502020204030204" pitchFamily="34" charset="0"/>
              </a:defRPr>
            </a:lvl1pPr>
          </a:lstStyle>
          <a:p>
            <a:r>
              <a:rPr lang="nl-NL" dirty="0"/>
              <a:t>Voornaam Naam</a:t>
            </a:r>
            <a:endParaRPr lang="nl-BE" dirty="0"/>
          </a:p>
        </p:txBody>
      </p:sp>
      <p:sp>
        <p:nvSpPr>
          <p:cNvPr id="6" name="Tijdelijke aanduiding voor dianummer 3">
            <a:extLst>
              <a:ext uri="{FF2B5EF4-FFF2-40B4-BE49-F238E27FC236}">
                <a16:creationId xmlns:a16="http://schemas.microsoft.com/office/drawing/2014/main" id="{00FD63E4-7A1F-3F45-BEA4-5214676296E8}"/>
              </a:ext>
            </a:extLst>
          </p:cNvPr>
          <p:cNvSpPr txBox="1">
            <a:spLocks/>
          </p:cNvSpPr>
          <p:nvPr userDrawn="1"/>
        </p:nvSpPr>
        <p:spPr>
          <a:xfrm>
            <a:off x="8923493" y="6339173"/>
            <a:ext cx="2743200" cy="365125"/>
          </a:xfrm>
          <a:prstGeom prst="rect">
            <a:avLst/>
          </a:prstGeom>
        </p:spPr>
        <p:txBody>
          <a:bodyPr vert="horz" lIns="91440" tIns="45720" rIns="91440" bIns="45720" rtlCol="0" anchor="ctr"/>
          <a:lstStyle>
            <a:defPPr>
              <a:defRPr lang="nl-BE"/>
            </a:defPPr>
            <a:lvl1pPr algn="r" rtl="0" eaLnBrk="0" fontAlgn="base" hangingPunct="0">
              <a:spcBef>
                <a:spcPct val="0"/>
              </a:spcBef>
              <a:spcAft>
                <a:spcPct val="0"/>
              </a:spcAft>
              <a:defRPr sz="1000" b="0" i="0" kern="1200">
                <a:solidFill>
                  <a:schemeClr val="tx2"/>
                </a:solidFill>
                <a:latin typeface="ITC Officina Sans Std Book" panose="020B0506040203020204" pitchFamily="34" charset="77"/>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a:lstStyle>
          <a:p>
            <a:fld id="{E038E271-308C-2E46-A3EC-56326F9084CC}" type="slidenum">
              <a:rPr lang="nl-BE" b="0" i="0" smtClean="0">
                <a:latin typeface="Calibri Light" panose="020F0302020204030204" pitchFamily="34" charset="0"/>
                <a:cs typeface="Calibri Light" panose="020F0302020204030204" pitchFamily="34" charset="0"/>
              </a:rPr>
              <a:pPr/>
              <a:t>‹nr.›</a:t>
            </a:fld>
            <a:endParaRPr lang="nl-BE" b="0" i="0" dirty="0">
              <a:latin typeface="Calibri Light" panose="020F0302020204030204" pitchFamily="34" charset="0"/>
              <a:cs typeface="Calibri Light" panose="020F0302020204030204" pitchFamily="34" charset="0"/>
            </a:endParaRPr>
          </a:p>
        </p:txBody>
      </p:sp>
      <p:sp>
        <p:nvSpPr>
          <p:cNvPr id="7" name="Text Placeholder 6">
            <a:extLst>
              <a:ext uri="{FF2B5EF4-FFF2-40B4-BE49-F238E27FC236}">
                <a16:creationId xmlns:a16="http://schemas.microsoft.com/office/drawing/2014/main" id="{028C578B-3D4D-A146-A851-282B51A240E9}"/>
              </a:ext>
            </a:extLst>
          </p:cNvPr>
          <p:cNvSpPr>
            <a:spLocks noGrp="1"/>
          </p:cNvSpPr>
          <p:nvPr>
            <p:ph type="body" sz="quarter" idx="14" hasCustomPrompt="1"/>
          </p:nvPr>
        </p:nvSpPr>
        <p:spPr>
          <a:xfrm>
            <a:off x="6419850" y="1550988"/>
            <a:ext cx="5148263" cy="2009775"/>
          </a:xfrm>
        </p:spPr>
        <p:txBody>
          <a:bodyPr/>
          <a:lstStyle>
            <a:lvl1pPr>
              <a:buFontTx/>
              <a:buNone/>
              <a:defRPr sz="4000" b="1" i="0">
                <a:latin typeface="Calibri" panose="020F0502020204030204" pitchFamily="34" charset="0"/>
                <a:cs typeface="Calibri" panose="020F0502020204030204" pitchFamily="34" charset="0"/>
              </a:defRPr>
            </a:lvl1pPr>
            <a:lvl2pPr>
              <a:buFontTx/>
              <a:buNone/>
              <a:defRPr b="1" i="0">
                <a:latin typeface="ITC Officina Sans Std Book" panose="020B0506040203020204" pitchFamily="34" charset="77"/>
              </a:defRPr>
            </a:lvl2pPr>
            <a:lvl3pPr>
              <a:buFontTx/>
              <a:buNone/>
              <a:defRPr b="1" i="0">
                <a:latin typeface="ITC Officina Sans Std Book" panose="020B0506040203020204" pitchFamily="34" charset="77"/>
              </a:defRPr>
            </a:lvl3pPr>
            <a:lvl4pPr>
              <a:buFontTx/>
              <a:buNone/>
              <a:defRPr b="1" i="0">
                <a:latin typeface="ITC Officina Sans Std Book" panose="020B0506040203020204" pitchFamily="34" charset="77"/>
              </a:defRPr>
            </a:lvl4pPr>
            <a:lvl5pPr>
              <a:buFontTx/>
              <a:buNone/>
              <a:defRPr b="1" i="0">
                <a:latin typeface="ITC Officina Sans Std Book" panose="020B0506040203020204" pitchFamily="34" charset="77"/>
              </a:defRPr>
            </a:lvl5pPr>
          </a:lstStyle>
          <a:p>
            <a:pPr lvl="0"/>
            <a:r>
              <a:rPr lang="en-GB" dirty="0"/>
              <a:t>Quote</a:t>
            </a:r>
            <a:endParaRPr lang="en-BE" dirty="0"/>
          </a:p>
        </p:txBody>
      </p:sp>
      <p:sp>
        <p:nvSpPr>
          <p:cNvPr id="8" name="Picture Placeholder 32">
            <a:extLst>
              <a:ext uri="{FF2B5EF4-FFF2-40B4-BE49-F238E27FC236}">
                <a16:creationId xmlns:a16="http://schemas.microsoft.com/office/drawing/2014/main" id="{EC1F9A97-4534-9843-B646-D059D7C6C13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9" name="TextBox 8">
            <a:extLst>
              <a:ext uri="{FF2B5EF4-FFF2-40B4-BE49-F238E27FC236}">
                <a16:creationId xmlns:a16="http://schemas.microsoft.com/office/drawing/2014/main" id="{6A5BB1C7-FC5A-B946-BB68-C1CE13FA7270}"/>
              </a:ext>
            </a:extLst>
          </p:cNvPr>
          <p:cNvSpPr txBox="1"/>
          <p:nvPr userDrawn="1"/>
        </p:nvSpPr>
        <p:spPr>
          <a:xfrm>
            <a:off x="7758545" y="1939636"/>
            <a:ext cx="0" cy="0"/>
          </a:xfrm>
          <a:prstGeom prst="rect">
            <a:avLst/>
          </a:prstGeom>
        </p:spPr>
        <p:txBody>
          <a:bodyPr vert="horz" wrap="none" lIns="91440" tIns="45720" rIns="91440" bIns="45720" rtlCol="0">
            <a:normAutofit fontScale="25000" lnSpcReduction="20000"/>
          </a:bodyPr>
          <a:lstStyle/>
          <a:p>
            <a:pPr algn="l"/>
            <a:endParaRPr lang="en-BE" sz="1600" b="0" i="0" dirty="0">
              <a:latin typeface="ITC Officina Sans Std Book" panose="020B0506040203020204" pitchFamily="34" charset="77"/>
            </a:endParaRPr>
          </a:p>
        </p:txBody>
      </p:sp>
      <p:pic>
        <p:nvPicPr>
          <p:cNvPr id="10" name="Afbeelding 9">
            <a:extLst>
              <a:ext uri="{FF2B5EF4-FFF2-40B4-BE49-F238E27FC236}">
                <a16:creationId xmlns:a16="http://schemas.microsoft.com/office/drawing/2014/main" id="{B9ECB3C9-12BB-DD49-AC9C-6DE65FEA7EBC}"/>
              </a:ext>
            </a:extLst>
          </p:cNvPr>
          <p:cNvPicPr>
            <a:picLocks noChangeAspect="1"/>
          </p:cNvPicPr>
          <p:nvPr userDrawn="1"/>
        </p:nvPicPr>
        <p:blipFill>
          <a:blip r:embed="rId2"/>
          <a:stretch>
            <a:fillRect/>
          </a:stretch>
        </p:blipFill>
        <p:spPr>
          <a:xfrm>
            <a:off x="6419850" y="620713"/>
            <a:ext cx="457550" cy="432593"/>
          </a:xfrm>
          <a:prstGeom prst="rect">
            <a:avLst/>
          </a:prstGeom>
        </p:spPr>
      </p:pic>
    </p:spTree>
    <p:extLst>
      <p:ext uri="{BB962C8B-B14F-4D97-AF65-F5344CB8AC3E}">
        <p14:creationId xmlns:p14="http://schemas.microsoft.com/office/powerpoint/2010/main" val="183364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Antwerpen_smal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C6F1C0-FB41-374F-96D7-91F7C4144D94}"/>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9356378E-A322-0148-887E-E179D9487B69}"/>
              </a:ext>
            </a:extLst>
          </p:cNvPr>
          <p:cNvSpPr>
            <a:spLocks noGrp="1"/>
          </p:cNvSpPr>
          <p:nvPr>
            <p:ph type="title" hasCustomPrompt="1"/>
          </p:nvPr>
        </p:nvSpPr>
        <p:spPr>
          <a:xfrm>
            <a:off x="4187825" y="620713"/>
            <a:ext cx="7380287" cy="1524317"/>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FF5D94AB-D4EB-5448-86E3-3EB6A7057B58}"/>
              </a:ext>
            </a:extLst>
          </p:cNvPr>
          <p:cNvSpPr>
            <a:spLocks noGrp="1"/>
          </p:cNvSpPr>
          <p:nvPr>
            <p:ph sz="quarter" idx="11" hasCustomPrompt="1"/>
          </p:nvPr>
        </p:nvSpPr>
        <p:spPr>
          <a:xfrm>
            <a:off x="4187825" y="2386148"/>
            <a:ext cx="7380287" cy="3851139"/>
          </a:xfrm>
        </p:spPr>
        <p:txBody>
          <a:bodyPr lIns="0" tIns="0" rIns="0" bIns="0"/>
          <a:lstStyle>
            <a:lvl1pPr>
              <a:defRPr b="0" i="0">
                <a:latin typeface="Calibri" panose="020F0502020204030204" pitchFamily="34" charset="0"/>
                <a:cs typeface="Calibri" panose="020F0502020204030204" pitchFamily="34" charset="0"/>
              </a:defRPr>
            </a:lvl1pPr>
          </a:lstStyle>
          <a:p>
            <a:r>
              <a:rPr lang="nl-NL" dirty="0"/>
              <a:t>Inhoud</a:t>
            </a:r>
            <a:endParaRPr lang="nl-BE" dirty="0"/>
          </a:p>
        </p:txBody>
      </p:sp>
      <p:sp>
        <p:nvSpPr>
          <p:cNvPr id="7" name="Picture Placeholder 24">
            <a:extLst>
              <a:ext uri="{FF2B5EF4-FFF2-40B4-BE49-F238E27FC236}">
                <a16:creationId xmlns:a16="http://schemas.microsoft.com/office/drawing/2014/main" id="{68654313-1537-5142-95BA-4A8661FBC4E6}"/>
              </a:ext>
            </a:extLst>
          </p:cNvPr>
          <p:cNvSpPr>
            <a:spLocks noGrp="1"/>
          </p:cNvSpPr>
          <p:nvPr>
            <p:ph type="pic" idx="1" hasCustomPrompt="1"/>
          </p:nvPr>
        </p:nvSpPr>
        <p:spPr>
          <a:xfrm>
            <a:off x="623888" y="620713"/>
            <a:ext cx="2596742" cy="5616575"/>
          </a:xfrm>
          <a:custGeom>
            <a:avLst/>
            <a:gdLst>
              <a:gd name="connsiteX0" fmla="*/ 0 w 2596742"/>
              <a:gd name="connsiteY0" fmla="*/ 0 h 5616575"/>
              <a:gd name="connsiteX1" fmla="*/ 2596742 w 2596742"/>
              <a:gd name="connsiteY1" fmla="*/ 0 h 5616575"/>
              <a:gd name="connsiteX2" fmla="*/ 2596742 w 2596742"/>
              <a:gd name="connsiteY2" fmla="*/ 5616575 h 5616575"/>
              <a:gd name="connsiteX3" fmla="*/ 253304 w 2596742"/>
              <a:gd name="connsiteY3" fmla="*/ 5616575 h 5616575"/>
              <a:gd name="connsiteX4" fmla="*/ 202263 w 2596742"/>
              <a:gd name="connsiteY4" fmla="*/ 5611430 h 5616575"/>
              <a:gd name="connsiteX5" fmla="*/ 0 w 259674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6742" h="5616575">
                <a:moveTo>
                  <a:pt x="0" y="0"/>
                </a:moveTo>
                <a:lnTo>
                  <a:pt x="2596742" y="0"/>
                </a:lnTo>
                <a:lnTo>
                  <a:pt x="2596742" y="5616575"/>
                </a:lnTo>
                <a:lnTo>
                  <a:pt x="253304" y="5616575"/>
                </a:lnTo>
                <a:lnTo>
                  <a:pt x="202263" y="5611430"/>
                </a:lnTo>
                <a:cubicBezTo>
                  <a:pt x="86832" y="5587809"/>
                  <a:pt x="0" y="5485676"/>
                  <a:pt x="0" y="53632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467339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Antwerpen_breed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B888CD-A307-4440-9DD3-B7D11E6E0368}"/>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83767035-9902-FC49-AC72-35DC514AC308}"/>
              </a:ext>
            </a:extLst>
          </p:cNvPr>
          <p:cNvSpPr>
            <a:spLocks noGrp="1"/>
          </p:cNvSpPr>
          <p:nvPr>
            <p:ph type="title" hasCustomPrompt="1"/>
          </p:nvPr>
        </p:nvSpPr>
        <p:spPr>
          <a:xfrm>
            <a:off x="623887" y="3981389"/>
            <a:ext cx="10934529" cy="665480"/>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A4040A68-34E6-9A48-9414-CDB50C7EDBAA}"/>
              </a:ext>
            </a:extLst>
          </p:cNvPr>
          <p:cNvSpPr>
            <a:spLocks noGrp="1"/>
          </p:cNvSpPr>
          <p:nvPr>
            <p:ph sz="quarter" idx="11" hasCustomPrompt="1"/>
          </p:nvPr>
        </p:nvSpPr>
        <p:spPr>
          <a:xfrm>
            <a:off x="623888" y="4857371"/>
            <a:ext cx="10934529" cy="1379915"/>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6" name="Picture Placeholder 6">
            <a:extLst>
              <a:ext uri="{FF2B5EF4-FFF2-40B4-BE49-F238E27FC236}">
                <a16:creationId xmlns:a16="http://schemas.microsoft.com/office/drawing/2014/main" id="{D9E92B83-A16B-FC4F-BC12-7624D8F23711}"/>
              </a:ext>
            </a:extLst>
          </p:cNvPr>
          <p:cNvSpPr>
            <a:spLocks noGrp="1"/>
          </p:cNvSpPr>
          <p:nvPr>
            <p:ph type="pic" idx="1" hasCustomPrompt="1"/>
          </p:nvPr>
        </p:nvSpPr>
        <p:spPr>
          <a:xfrm>
            <a:off x="623888" y="620713"/>
            <a:ext cx="10934529" cy="3150175"/>
          </a:xfrm>
          <a:custGeom>
            <a:avLst/>
            <a:gdLst>
              <a:gd name="connsiteX0" fmla="*/ 0 w 10934529"/>
              <a:gd name="connsiteY0" fmla="*/ 0 h 3150175"/>
              <a:gd name="connsiteX1" fmla="*/ 10934529 w 10934529"/>
              <a:gd name="connsiteY1" fmla="*/ 0 h 3150175"/>
              <a:gd name="connsiteX2" fmla="*/ 10934529 w 10934529"/>
              <a:gd name="connsiteY2" fmla="*/ 3150175 h 3150175"/>
              <a:gd name="connsiteX3" fmla="*/ 253304 w 10934529"/>
              <a:gd name="connsiteY3" fmla="*/ 3150175 h 3150175"/>
              <a:gd name="connsiteX4" fmla="*/ 202263 w 10934529"/>
              <a:gd name="connsiteY4" fmla="*/ 3145030 h 3150175"/>
              <a:gd name="connsiteX5" fmla="*/ 0 w 10934529"/>
              <a:gd name="connsiteY5" fmla="*/ 2896862 h 315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4529" h="3150175">
                <a:moveTo>
                  <a:pt x="0" y="0"/>
                </a:moveTo>
                <a:lnTo>
                  <a:pt x="10934529" y="0"/>
                </a:lnTo>
                <a:lnTo>
                  <a:pt x="10934529" y="3150175"/>
                </a:lnTo>
                <a:lnTo>
                  <a:pt x="253304" y="3150175"/>
                </a:lnTo>
                <a:lnTo>
                  <a:pt x="202263" y="3145030"/>
                </a:lnTo>
                <a:cubicBezTo>
                  <a:pt x="86832" y="3121409"/>
                  <a:pt x="0" y="3019276"/>
                  <a:pt x="0" y="28968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60649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UAntwerpen_3beeld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3DA42F-3FB6-ED4E-BB67-A10574D20985}"/>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001DE70-4479-594D-A26D-6DB2E92A0AFD}"/>
              </a:ext>
            </a:extLst>
          </p:cNvPr>
          <p:cNvSpPr>
            <a:spLocks noGrp="1"/>
          </p:cNvSpPr>
          <p:nvPr>
            <p:ph sz="quarter" idx="11" hasCustomPrompt="1"/>
          </p:nvPr>
        </p:nvSpPr>
        <p:spPr>
          <a:xfrm>
            <a:off x="632724" y="4184248"/>
            <a:ext cx="3434216" cy="2050586"/>
          </a:xfrm>
        </p:spPr>
        <p:txBody>
          <a:bodyPr lIns="0" tIns="0" rIns="0" bIns="0"/>
          <a:lstStyle>
            <a:lvl1pP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inhoud 19">
            <a:extLst>
              <a:ext uri="{FF2B5EF4-FFF2-40B4-BE49-F238E27FC236}">
                <a16:creationId xmlns:a16="http://schemas.microsoft.com/office/drawing/2014/main" id="{67FEAD4B-4784-944D-8A3A-6F8F05B24242}"/>
              </a:ext>
            </a:extLst>
          </p:cNvPr>
          <p:cNvSpPr>
            <a:spLocks noGrp="1"/>
          </p:cNvSpPr>
          <p:nvPr>
            <p:ph sz="quarter" idx="16" hasCustomPrompt="1"/>
          </p:nvPr>
        </p:nvSpPr>
        <p:spPr>
          <a:xfrm>
            <a:off x="4379572" y="4184248"/>
            <a:ext cx="3444601"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6" name="Tijdelijke aanduiding voor inhoud 19">
            <a:extLst>
              <a:ext uri="{FF2B5EF4-FFF2-40B4-BE49-F238E27FC236}">
                <a16:creationId xmlns:a16="http://schemas.microsoft.com/office/drawing/2014/main" id="{9200DA6C-1B4D-7949-8FFA-3FD5A35A038A}"/>
              </a:ext>
            </a:extLst>
          </p:cNvPr>
          <p:cNvSpPr>
            <a:spLocks noGrp="1"/>
          </p:cNvSpPr>
          <p:nvPr>
            <p:ph sz="quarter" idx="17" hasCustomPrompt="1"/>
          </p:nvPr>
        </p:nvSpPr>
        <p:spPr>
          <a:xfrm>
            <a:off x="8125016" y="4184248"/>
            <a:ext cx="3422523"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tekst 3">
            <a:extLst>
              <a:ext uri="{FF2B5EF4-FFF2-40B4-BE49-F238E27FC236}">
                <a16:creationId xmlns:a16="http://schemas.microsoft.com/office/drawing/2014/main" id="{AA798DC2-15C2-744D-A0DA-FBAD9971D432}"/>
              </a:ext>
            </a:extLst>
          </p:cNvPr>
          <p:cNvSpPr>
            <a:spLocks noGrp="1"/>
          </p:cNvSpPr>
          <p:nvPr>
            <p:ph type="body" sz="quarter" idx="20" hasCustomPrompt="1"/>
          </p:nvPr>
        </p:nvSpPr>
        <p:spPr>
          <a:xfrm>
            <a:off x="4367770" y="3547641"/>
            <a:ext cx="345701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tekst 3">
            <a:extLst>
              <a:ext uri="{FF2B5EF4-FFF2-40B4-BE49-F238E27FC236}">
                <a16:creationId xmlns:a16="http://schemas.microsoft.com/office/drawing/2014/main" id="{45C6B10F-3A7A-0A4C-A932-1D4E1382BFDF}"/>
              </a:ext>
            </a:extLst>
          </p:cNvPr>
          <p:cNvSpPr>
            <a:spLocks noGrp="1"/>
          </p:cNvSpPr>
          <p:nvPr>
            <p:ph type="body" sz="quarter" idx="21" hasCustomPrompt="1"/>
          </p:nvPr>
        </p:nvSpPr>
        <p:spPr>
          <a:xfrm>
            <a:off x="8123711" y="3547641"/>
            <a:ext cx="342382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9" name="Tijdelijke aanduiding voor tekst 3">
            <a:extLst>
              <a:ext uri="{FF2B5EF4-FFF2-40B4-BE49-F238E27FC236}">
                <a16:creationId xmlns:a16="http://schemas.microsoft.com/office/drawing/2014/main" id="{999ECC60-AB72-8647-A135-FB0CF9808264}"/>
              </a:ext>
            </a:extLst>
          </p:cNvPr>
          <p:cNvSpPr>
            <a:spLocks noGrp="1"/>
          </p:cNvSpPr>
          <p:nvPr>
            <p:ph type="body" sz="quarter" idx="22" hasCustomPrompt="1"/>
          </p:nvPr>
        </p:nvSpPr>
        <p:spPr>
          <a:xfrm>
            <a:off x="632724" y="3547641"/>
            <a:ext cx="3435526"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1" name="Picture Placeholder 18">
            <a:extLst>
              <a:ext uri="{FF2B5EF4-FFF2-40B4-BE49-F238E27FC236}">
                <a16:creationId xmlns:a16="http://schemas.microsoft.com/office/drawing/2014/main" id="{9EEB3BC6-5818-4244-A78C-1A7B9F04BE53}"/>
              </a:ext>
            </a:extLst>
          </p:cNvPr>
          <p:cNvSpPr>
            <a:spLocks noGrp="1"/>
          </p:cNvSpPr>
          <p:nvPr>
            <p:ph type="pic" sz="quarter" idx="12" hasCustomPrompt="1"/>
          </p:nvPr>
        </p:nvSpPr>
        <p:spPr>
          <a:xfrm>
            <a:off x="632723"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2" name="Picture Placeholder 20">
            <a:extLst>
              <a:ext uri="{FF2B5EF4-FFF2-40B4-BE49-F238E27FC236}">
                <a16:creationId xmlns:a16="http://schemas.microsoft.com/office/drawing/2014/main" id="{816787A9-2DFD-A54D-B3D1-B9387B7C8936}"/>
              </a:ext>
            </a:extLst>
          </p:cNvPr>
          <p:cNvSpPr>
            <a:spLocks noGrp="1"/>
          </p:cNvSpPr>
          <p:nvPr>
            <p:ph type="pic" sz="quarter" idx="23" hasCustomPrompt="1"/>
          </p:nvPr>
        </p:nvSpPr>
        <p:spPr>
          <a:xfrm>
            <a:off x="438106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lang="nl-BE" sz="2800" b="0" i="0" kern="1200">
                <a:solidFill>
                  <a:schemeClr val="bg1"/>
                </a:solidFill>
                <a:latin typeface="Calibri Light" panose="020F0302020204030204" pitchFamily="34" charset="0"/>
                <a:ea typeface="Verdana"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3" name="Picture Placeholder 21">
            <a:extLst>
              <a:ext uri="{FF2B5EF4-FFF2-40B4-BE49-F238E27FC236}">
                <a16:creationId xmlns:a16="http://schemas.microsoft.com/office/drawing/2014/main" id="{B04326B7-E91B-9740-A418-C88B2E74C607}"/>
              </a:ext>
            </a:extLst>
          </p:cNvPr>
          <p:cNvSpPr>
            <a:spLocks noGrp="1"/>
          </p:cNvSpPr>
          <p:nvPr>
            <p:ph type="pic" sz="quarter" idx="24" hasCustomPrompt="1"/>
          </p:nvPr>
        </p:nvSpPr>
        <p:spPr>
          <a:xfrm>
            <a:off x="812809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42218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UAntwerpen_3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D96712-8A94-CB4B-8CE6-B7A18FB19433}"/>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EE21860-5FC5-0A4C-BF9F-FA989D78CDF1}"/>
              </a:ext>
            </a:extLst>
          </p:cNvPr>
          <p:cNvSpPr>
            <a:spLocks noGrp="1"/>
          </p:cNvSpPr>
          <p:nvPr>
            <p:ph sz="quarter" idx="11" hasCustomPrompt="1"/>
          </p:nvPr>
        </p:nvSpPr>
        <p:spPr>
          <a:xfrm>
            <a:off x="631466" y="4248036"/>
            <a:ext cx="3439464" cy="1989251"/>
          </a:xfrm>
        </p:spPr>
        <p:txBody>
          <a:bodyPr lIns="0" tIns="0" rIns="0" bIns="0"/>
          <a:lstStyle>
            <a:lvl1pPr algn="ct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9BF78AC3-F061-4145-A432-3FB7391D0F0E}"/>
              </a:ext>
            </a:extLst>
          </p:cNvPr>
          <p:cNvSpPr>
            <a:spLocks noGrp="1"/>
          </p:cNvSpPr>
          <p:nvPr>
            <p:ph type="pic" sz="quarter" idx="12" hasCustomPrompt="1"/>
          </p:nvPr>
        </p:nvSpPr>
        <p:spPr>
          <a:xfrm>
            <a:off x="1514198" y="1378339"/>
            <a:ext cx="1674000" cy="1672263"/>
          </a:xfrm>
          <a:prstGeom prst="roundRect">
            <a:avLst>
              <a:gd name="adj" fmla="val 7157"/>
            </a:avLst>
          </a:prstGeom>
          <a:solidFill>
            <a:schemeClr val="accent2"/>
          </a:solidFill>
        </p:spPr>
        <p:txBody>
          <a:bodyPr>
            <a:normAutofit/>
          </a:bodyPr>
          <a:lstStyle>
            <a:lvl1pPr>
              <a:defRPr lang="nl-BE" sz="1600" b="1"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afbeelding 33">
            <a:extLst>
              <a:ext uri="{FF2B5EF4-FFF2-40B4-BE49-F238E27FC236}">
                <a16:creationId xmlns:a16="http://schemas.microsoft.com/office/drawing/2014/main" id="{AAA97E2B-5188-B740-8501-2BF96B4796A0}"/>
              </a:ext>
            </a:extLst>
          </p:cNvPr>
          <p:cNvSpPr>
            <a:spLocks noGrp="1"/>
          </p:cNvSpPr>
          <p:nvPr>
            <p:ph type="pic" sz="quarter" idx="18" hasCustomPrompt="1"/>
          </p:nvPr>
        </p:nvSpPr>
        <p:spPr>
          <a:xfrm>
            <a:off x="5253126"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7" name="Tijdelijke aanduiding voor afbeelding 33">
            <a:extLst>
              <a:ext uri="{FF2B5EF4-FFF2-40B4-BE49-F238E27FC236}">
                <a16:creationId xmlns:a16="http://schemas.microsoft.com/office/drawing/2014/main" id="{6410F448-44B9-E245-8CA2-3AC4F6FCD9F3}"/>
              </a:ext>
            </a:extLst>
          </p:cNvPr>
          <p:cNvSpPr>
            <a:spLocks noGrp="1"/>
          </p:cNvSpPr>
          <p:nvPr>
            <p:ph type="pic" sz="quarter" idx="19" hasCustomPrompt="1"/>
          </p:nvPr>
        </p:nvSpPr>
        <p:spPr>
          <a:xfrm>
            <a:off x="9005909"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tekst 3">
            <a:extLst>
              <a:ext uri="{FF2B5EF4-FFF2-40B4-BE49-F238E27FC236}">
                <a16:creationId xmlns:a16="http://schemas.microsoft.com/office/drawing/2014/main" id="{C9026212-289C-F34A-A4D7-E30D294D4195}"/>
              </a:ext>
            </a:extLst>
          </p:cNvPr>
          <p:cNvSpPr>
            <a:spLocks noGrp="1"/>
          </p:cNvSpPr>
          <p:nvPr>
            <p:ph type="body" sz="quarter" idx="22" hasCustomPrompt="1"/>
          </p:nvPr>
        </p:nvSpPr>
        <p:spPr>
          <a:xfrm>
            <a:off x="630810" y="3725749"/>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0" name="Tijdelijke aanduiding voor inhoud 19">
            <a:extLst>
              <a:ext uri="{FF2B5EF4-FFF2-40B4-BE49-F238E27FC236}">
                <a16:creationId xmlns:a16="http://schemas.microsoft.com/office/drawing/2014/main" id="{BAE77478-3281-CE4C-A99F-3E6F4A49E17C}"/>
              </a:ext>
            </a:extLst>
          </p:cNvPr>
          <p:cNvSpPr>
            <a:spLocks noGrp="1"/>
          </p:cNvSpPr>
          <p:nvPr>
            <p:ph sz="quarter" idx="23" hasCustomPrompt="1"/>
          </p:nvPr>
        </p:nvSpPr>
        <p:spPr>
          <a:xfrm>
            <a:off x="8123177" y="4248037"/>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1" name="Tijdelijke aanduiding voor tekst 3">
            <a:extLst>
              <a:ext uri="{FF2B5EF4-FFF2-40B4-BE49-F238E27FC236}">
                <a16:creationId xmlns:a16="http://schemas.microsoft.com/office/drawing/2014/main" id="{642A680A-1625-824E-8281-465F0A135B3A}"/>
              </a:ext>
            </a:extLst>
          </p:cNvPr>
          <p:cNvSpPr>
            <a:spLocks noGrp="1"/>
          </p:cNvSpPr>
          <p:nvPr>
            <p:ph type="body" sz="quarter" idx="24" hasCustomPrompt="1"/>
          </p:nvPr>
        </p:nvSpPr>
        <p:spPr>
          <a:xfrm>
            <a:off x="8122521" y="3725750"/>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2" name="Tijdelijke aanduiding voor inhoud 19">
            <a:extLst>
              <a:ext uri="{FF2B5EF4-FFF2-40B4-BE49-F238E27FC236}">
                <a16:creationId xmlns:a16="http://schemas.microsoft.com/office/drawing/2014/main" id="{050AED9D-9374-024A-95E7-51259149F7B6}"/>
              </a:ext>
            </a:extLst>
          </p:cNvPr>
          <p:cNvSpPr>
            <a:spLocks noGrp="1"/>
          </p:cNvSpPr>
          <p:nvPr>
            <p:ph sz="quarter" idx="25" hasCustomPrompt="1"/>
          </p:nvPr>
        </p:nvSpPr>
        <p:spPr>
          <a:xfrm>
            <a:off x="4370394" y="4226560"/>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3" name="Tijdelijke aanduiding voor tekst 3">
            <a:extLst>
              <a:ext uri="{FF2B5EF4-FFF2-40B4-BE49-F238E27FC236}">
                <a16:creationId xmlns:a16="http://schemas.microsoft.com/office/drawing/2014/main" id="{466E1215-57EE-734D-95D4-32CDFD6B77AE}"/>
              </a:ext>
            </a:extLst>
          </p:cNvPr>
          <p:cNvSpPr>
            <a:spLocks noGrp="1"/>
          </p:cNvSpPr>
          <p:nvPr>
            <p:ph type="body" sz="quarter" idx="26" hasCustomPrompt="1"/>
          </p:nvPr>
        </p:nvSpPr>
        <p:spPr>
          <a:xfrm>
            <a:off x="4369738" y="3704273"/>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Tree>
    <p:extLst>
      <p:ext uri="{BB962C8B-B14F-4D97-AF65-F5344CB8AC3E}">
        <p14:creationId xmlns:p14="http://schemas.microsoft.com/office/powerpoint/2010/main" val="1679231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UAntwerpen_6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A64A23-42F4-0341-A372-ED0B454B670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A56CA53A-2F47-F94E-BBC9-739AF3FD799B}"/>
              </a:ext>
            </a:extLst>
          </p:cNvPr>
          <p:cNvSpPr>
            <a:spLocks noGrp="1"/>
          </p:cNvSpPr>
          <p:nvPr>
            <p:ph sz="quarter" idx="11" hasCustomPrompt="1"/>
          </p:nvPr>
        </p:nvSpPr>
        <p:spPr>
          <a:xfrm>
            <a:off x="1339266" y="2133247"/>
            <a:ext cx="2406350" cy="1404432"/>
          </a:xfrm>
        </p:spPr>
        <p:txBody>
          <a:bodyPr lIns="0" tIns="0" rIns="0" bIns="0"/>
          <a:lstStyle>
            <a:lvl1pPr algn="l">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19D3F277-1732-274A-BDAC-F3BB5EB73340}"/>
              </a:ext>
            </a:extLst>
          </p:cNvPr>
          <p:cNvSpPr>
            <a:spLocks noGrp="1"/>
          </p:cNvSpPr>
          <p:nvPr>
            <p:ph type="pic" sz="quarter" idx="12" hasCustomPrompt="1"/>
          </p:nvPr>
        </p:nvSpPr>
        <p:spPr>
          <a:xfrm>
            <a:off x="630664" y="1389094"/>
            <a:ext cx="467313" cy="466828"/>
          </a:xfrm>
          <a:prstGeom prst="roundRect">
            <a:avLst>
              <a:gd name="adj" fmla="val 7157"/>
            </a:avLst>
          </a:prstGeom>
          <a:solidFill>
            <a:schemeClr val="accent2"/>
          </a:solidFill>
        </p:spPr>
        <p:txBody>
          <a:bodyPr>
            <a:normAutofit/>
          </a:bodyPr>
          <a:lstStyle>
            <a:lvl1pPr>
              <a:defRPr sz="800" b="0" i="0">
                <a:solidFill>
                  <a:schemeClr val="bg1"/>
                </a:solidFill>
                <a:latin typeface="Calibri Light" panose="020F0302020204030204" pitchFamily="34"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inhoud 19">
            <a:extLst>
              <a:ext uri="{FF2B5EF4-FFF2-40B4-BE49-F238E27FC236}">
                <a16:creationId xmlns:a16="http://schemas.microsoft.com/office/drawing/2014/main" id="{9D9A0FC3-0D38-0441-BB3C-75F8A95AF946}"/>
              </a:ext>
            </a:extLst>
          </p:cNvPr>
          <p:cNvSpPr>
            <a:spLocks noGrp="1"/>
          </p:cNvSpPr>
          <p:nvPr>
            <p:ph sz="quarter" idx="14" hasCustomPrompt="1"/>
          </p:nvPr>
        </p:nvSpPr>
        <p:spPr>
          <a:xfrm>
            <a:off x="5070977"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afbeelding 33">
            <a:extLst>
              <a:ext uri="{FF2B5EF4-FFF2-40B4-BE49-F238E27FC236}">
                <a16:creationId xmlns:a16="http://schemas.microsoft.com/office/drawing/2014/main" id="{C73DE83C-1825-BF4A-A473-AF62420F8C69}"/>
              </a:ext>
            </a:extLst>
          </p:cNvPr>
          <p:cNvSpPr>
            <a:spLocks noGrp="1"/>
          </p:cNvSpPr>
          <p:nvPr>
            <p:ph type="pic" sz="quarter" idx="15" hasCustomPrompt="1"/>
          </p:nvPr>
        </p:nvSpPr>
        <p:spPr>
          <a:xfrm>
            <a:off x="4410221"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inhoud 19">
            <a:extLst>
              <a:ext uri="{FF2B5EF4-FFF2-40B4-BE49-F238E27FC236}">
                <a16:creationId xmlns:a16="http://schemas.microsoft.com/office/drawing/2014/main" id="{2045FFF3-F25B-614B-A526-AC100D6B9B02}"/>
              </a:ext>
            </a:extLst>
          </p:cNvPr>
          <p:cNvSpPr>
            <a:spLocks noGrp="1"/>
          </p:cNvSpPr>
          <p:nvPr>
            <p:ph sz="quarter" idx="16" hasCustomPrompt="1"/>
          </p:nvPr>
        </p:nvSpPr>
        <p:spPr>
          <a:xfrm>
            <a:off x="8815080"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9" name="Tijdelijke aanduiding voor afbeelding 33">
            <a:extLst>
              <a:ext uri="{FF2B5EF4-FFF2-40B4-BE49-F238E27FC236}">
                <a16:creationId xmlns:a16="http://schemas.microsoft.com/office/drawing/2014/main" id="{64A41B62-3349-A641-9E85-33C3E278DD4F}"/>
              </a:ext>
            </a:extLst>
          </p:cNvPr>
          <p:cNvSpPr>
            <a:spLocks noGrp="1"/>
          </p:cNvSpPr>
          <p:nvPr>
            <p:ph type="pic" sz="quarter" idx="17" hasCustomPrompt="1"/>
          </p:nvPr>
        </p:nvSpPr>
        <p:spPr>
          <a:xfrm>
            <a:off x="8141330"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0" name="Tijdelijke aanduiding voor inhoud 2">
            <a:extLst>
              <a:ext uri="{FF2B5EF4-FFF2-40B4-BE49-F238E27FC236}">
                <a16:creationId xmlns:a16="http://schemas.microsoft.com/office/drawing/2014/main" id="{88F6B30C-94E8-264F-86F5-31D0E47D7244}"/>
              </a:ext>
            </a:extLst>
          </p:cNvPr>
          <p:cNvSpPr>
            <a:spLocks noGrp="1"/>
          </p:cNvSpPr>
          <p:nvPr>
            <p:ph sz="quarter" idx="24" hasCustomPrompt="1"/>
          </p:nvPr>
        </p:nvSpPr>
        <p:spPr>
          <a:xfrm>
            <a:off x="5058585"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1" name="Tijdelijke aanduiding voor inhoud 2">
            <a:extLst>
              <a:ext uri="{FF2B5EF4-FFF2-40B4-BE49-F238E27FC236}">
                <a16:creationId xmlns:a16="http://schemas.microsoft.com/office/drawing/2014/main" id="{261850B4-D4F1-234A-9F22-195572228DA4}"/>
              </a:ext>
            </a:extLst>
          </p:cNvPr>
          <p:cNvSpPr>
            <a:spLocks noGrp="1"/>
          </p:cNvSpPr>
          <p:nvPr>
            <p:ph sz="quarter" idx="25" hasCustomPrompt="1"/>
          </p:nvPr>
        </p:nvSpPr>
        <p:spPr>
          <a:xfrm>
            <a:off x="8802688" y="1411391"/>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12" name="Tijdelijke aanduiding voor inhoud 2">
            <a:extLst>
              <a:ext uri="{FF2B5EF4-FFF2-40B4-BE49-F238E27FC236}">
                <a16:creationId xmlns:a16="http://schemas.microsoft.com/office/drawing/2014/main" id="{DCDD9BD6-DB58-C84C-BD3C-F9652F4D492B}"/>
              </a:ext>
            </a:extLst>
          </p:cNvPr>
          <p:cNvSpPr>
            <a:spLocks noGrp="1"/>
          </p:cNvSpPr>
          <p:nvPr>
            <p:ph sz="quarter" idx="26" hasCustomPrompt="1"/>
          </p:nvPr>
        </p:nvSpPr>
        <p:spPr>
          <a:xfrm>
            <a:off x="1326874"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4" name="Tijdelijke aanduiding voor inhoud 19">
            <a:extLst>
              <a:ext uri="{FF2B5EF4-FFF2-40B4-BE49-F238E27FC236}">
                <a16:creationId xmlns:a16="http://schemas.microsoft.com/office/drawing/2014/main" id="{0385125A-3379-2746-BD83-583F817C5CC6}"/>
              </a:ext>
            </a:extLst>
          </p:cNvPr>
          <p:cNvSpPr>
            <a:spLocks noGrp="1"/>
          </p:cNvSpPr>
          <p:nvPr>
            <p:ph sz="quarter" idx="27" hasCustomPrompt="1"/>
          </p:nvPr>
        </p:nvSpPr>
        <p:spPr>
          <a:xfrm>
            <a:off x="1339266"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5" name="Tijdelijke aanduiding voor afbeelding 33">
            <a:extLst>
              <a:ext uri="{FF2B5EF4-FFF2-40B4-BE49-F238E27FC236}">
                <a16:creationId xmlns:a16="http://schemas.microsoft.com/office/drawing/2014/main" id="{965879DE-F296-964E-A952-9184C5050EF5}"/>
              </a:ext>
            </a:extLst>
          </p:cNvPr>
          <p:cNvSpPr>
            <a:spLocks noGrp="1"/>
          </p:cNvSpPr>
          <p:nvPr>
            <p:ph type="pic" sz="quarter" idx="28" hasCustomPrompt="1"/>
          </p:nvPr>
        </p:nvSpPr>
        <p:spPr>
          <a:xfrm>
            <a:off x="630664"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6" name="Tijdelijke aanduiding voor inhoud 19">
            <a:extLst>
              <a:ext uri="{FF2B5EF4-FFF2-40B4-BE49-F238E27FC236}">
                <a16:creationId xmlns:a16="http://schemas.microsoft.com/office/drawing/2014/main" id="{2459C232-5B0E-134D-B9C4-9B40E0751E2B}"/>
              </a:ext>
            </a:extLst>
          </p:cNvPr>
          <p:cNvSpPr>
            <a:spLocks noGrp="1"/>
          </p:cNvSpPr>
          <p:nvPr>
            <p:ph sz="quarter" idx="29" hasCustomPrompt="1"/>
          </p:nvPr>
        </p:nvSpPr>
        <p:spPr>
          <a:xfrm>
            <a:off x="5070977"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7" name="Tijdelijke aanduiding voor afbeelding 33">
            <a:extLst>
              <a:ext uri="{FF2B5EF4-FFF2-40B4-BE49-F238E27FC236}">
                <a16:creationId xmlns:a16="http://schemas.microsoft.com/office/drawing/2014/main" id="{D15EA347-33D1-EE4E-9464-3CF0EAE3CC0B}"/>
              </a:ext>
            </a:extLst>
          </p:cNvPr>
          <p:cNvSpPr>
            <a:spLocks noGrp="1"/>
          </p:cNvSpPr>
          <p:nvPr>
            <p:ph type="pic" sz="quarter" idx="30" hasCustomPrompt="1"/>
          </p:nvPr>
        </p:nvSpPr>
        <p:spPr>
          <a:xfrm>
            <a:off x="4410221"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8" name="Tijdelijke aanduiding voor inhoud 19">
            <a:extLst>
              <a:ext uri="{FF2B5EF4-FFF2-40B4-BE49-F238E27FC236}">
                <a16:creationId xmlns:a16="http://schemas.microsoft.com/office/drawing/2014/main" id="{FA64A415-5531-2B4D-907A-7C688388BF90}"/>
              </a:ext>
            </a:extLst>
          </p:cNvPr>
          <p:cNvSpPr>
            <a:spLocks noGrp="1"/>
          </p:cNvSpPr>
          <p:nvPr>
            <p:ph sz="quarter" idx="31" hasCustomPrompt="1"/>
          </p:nvPr>
        </p:nvSpPr>
        <p:spPr>
          <a:xfrm>
            <a:off x="8815080"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9" name="Tijdelijke aanduiding voor afbeelding 33">
            <a:extLst>
              <a:ext uri="{FF2B5EF4-FFF2-40B4-BE49-F238E27FC236}">
                <a16:creationId xmlns:a16="http://schemas.microsoft.com/office/drawing/2014/main" id="{4EC1974C-2EB3-274B-A88C-617CC7414E5A}"/>
              </a:ext>
            </a:extLst>
          </p:cNvPr>
          <p:cNvSpPr>
            <a:spLocks noGrp="1"/>
          </p:cNvSpPr>
          <p:nvPr>
            <p:ph type="pic" sz="quarter" idx="32" hasCustomPrompt="1"/>
          </p:nvPr>
        </p:nvSpPr>
        <p:spPr>
          <a:xfrm>
            <a:off x="8141330"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20" name="Tijdelijke aanduiding voor inhoud 2">
            <a:extLst>
              <a:ext uri="{FF2B5EF4-FFF2-40B4-BE49-F238E27FC236}">
                <a16:creationId xmlns:a16="http://schemas.microsoft.com/office/drawing/2014/main" id="{330314A6-BF29-EC42-BF75-622C5286D534}"/>
              </a:ext>
            </a:extLst>
          </p:cNvPr>
          <p:cNvSpPr>
            <a:spLocks noGrp="1"/>
          </p:cNvSpPr>
          <p:nvPr>
            <p:ph sz="quarter" idx="33" hasCustomPrompt="1"/>
          </p:nvPr>
        </p:nvSpPr>
        <p:spPr>
          <a:xfrm>
            <a:off x="5058585"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1" name="Tijdelijke aanduiding voor inhoud 2">
            <a:extLst>
              <a:ext uri="{FF2B5EF4-FFF2-40B4-BE49-F238E27FC236}">
                <a16:creationId xmlns:a16="http://schemas.microsoft.com/office/drawing/2014/main" id="{D6D76FCC-D508-DD4F-BB82-48A5BCC54578}"/>
              </a:ext>
            </a:extLst>
          </p:cNvPr>
          <p:cNvSpPr>
            <a:spLocks noGrp="1"/>
          </p:cNvSpPr>
          <p:nvPr>
            <p:ph sz="quarter" idx="34" hasCustomPrompt="1"/>
          </p:nvPr>
        </p:nvSpPr>
        <p:spPr>
          <a:xfrm>
            <a:off x="8802688"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2" name="Tijdelijke aanduiding voor inhoud 2">
            <a:extLst>
              <a:ext uri="{FF2B5EF4-FFF2-40B4-BE49-F238E27FC236}">
                <a16:creationId xmlns:a16="http://schemas.microsoft.com/office/drawing/2014/main" id="{125E4E80-E44F-EA4F-8054-6AB42A8470B4}"/>
              </a:ext>
            </a:extLst>
          </p:cNvPr>
          <p:cNvSpPr>
            <a:spLocks noGrp="1"/>
          </p:cNvSpPr>
          <p:nvPr>
            <p:ph sz="quarter" idx="35" hasCustomPrompt="1"/>
          </p:nvPr>
        </p:nvSpPr>
        <p:spPr>
          <a:xfrm>
            <a:off x="1326874"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Tree>
    <p:extLst>
      <p:ext uri="{BB962C8B-B14F-4D97-AF65-F5344CB8AC3E}">
        <p14:creationId xmlns:p14="http://schemas.microsoft.com/office/powerpoint/2010/main" val="4149166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UAntwerpen-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906A4-C8C0-BA4F-A09B-9014BCE49913}"/>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1876E971-EE47-7745-ACA8-1DEF0415F3DA}"/>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967EE9E6-2701-5E4F-A341-5478485FBD82}"/>
              </a:ext>
            </a:extLst>
          </p:cNvPr>
          <p:cNvSpPr>
            <a:spLocks noGrp="1"/>
          </p:cNvSpPr>
          <p:nvPr>
            <p:ph type="chart" sz="quarter" idx="11" hasCustomPrompt="1"/>
          </p:nvPr>
        </p:nvSpPr>
        <p:spPr>
          <a:xfrm>
            <a:off x="623889" y="1578459"/>
            <a:ext cx="10944224" cy="4658829"/>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Tree>
    <p:extLst>
      <p:ext uri="{BB962C8B-B14F-4D97-AF65-F5344CB8AC3E}">
        <p14:creationId xmlns:p14="http://schemas.microsoft.com/office/powerpoint/2010/main" val="3082753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Antwerpen_grafieken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6014-7DB0-CF4A-88E9-463AB221AB3E}"/>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0245457A-9933-1149-9392-ABAF631B7C6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3AF460E3-37FD-6B4C-86A1-EEC95DD40B34}"/>
              </a:ext>
            </a:extLst>
          </p:cNvPr>
          <p:cNvSpPr>
            <a:spLocks noGrp="1"/>
          </p:cNvSpPr>
          <p:nvPr>
            <p:ph type="chart" sz="quarter" idx="11" hasCustomPrompt="1"/>
          </p:nvPr>
        </p:nvSpPr>
        <p:spPr>
          <a:xfrm>
            <a:off x="623889" y="2760663"/>
            <a:ext cx="10944224" cy="3476625"/>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
        <p:nvSpPr>
          <p:cNvPr id="5" name="Text Placeholder 3">
            <a:extLst>
              <a:ext uri="{FF2B5EF4-FFF2-40B4-BE49-F238E27FC236}">
                <a16:creationId xmlns:a16="http://schemas.microsoft.com/office/drawing/2014/main" id="{4A507705-E8A5-0A44-A7D0-4ECFDD431F4E}"/>
              </a:ext>
            </a:extLst>
          </p:cNvPr>
          <p:cNvSpPr>
            <a:spLocks noGrp="1"/>
          </p:cNvSpPr>
          <p:nvPr>
            <p:ph type="body" sz="quarter" idx="12" hasCustomPrompt="1"/>
          </p:nvPr>
        </p:nvSpPr>
        <p:spPr>
          <a:xfrm>
            <a:off x="623888" y="1690688"/>
            <a:ext cx="10936287" cy="885825"/>
          </a:xfrm>
        </p:spPr>
        <p:txBody>
          <a:bodyPr/>
          <a:lstStyle>
            <a:lvl1pPr>
              <a:defRPr b="0" i="0">
                <a:latin typeface="+mn-lt"/>
                <a:cs typeface="Calibri Light" panose="020F0302020204030204" pitchFamily="34" charset="0"/>
              </a:defRPr>
            </a:lvl1pPr>
          </a:lstStyle>
          <a:p>
            <a:r>
              <a:rPr lang="nl-NL" dirty="0"/>
              <a:t>Ondertitel</a:t>
            </a:r>
          </a:p>
        </p:txBody>
      </p:sp>
    </p:spTree>
    <p:extLst>
      <p:ext uri="{BB962C8B-B14F-4D97-AF65-F5344CB8AC3E}">
        <p14:creationId xmlns:p14="http://schemas.microsoft.com/office/powerpoint/2010/main" val="3683614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UAntwerpen_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08025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Antwerpen_titelroodvolvlak">
    <p:bg>
      <p:bgPr>
        <a:solidFill>
          <a:schemeClr val="accent2"/>
        </a:solidFill>
        <a:effectLst/>
      </p:bgPr>
    </p:bg>
    <p:spTree>
      <p:nvGrpSpPr>
        <p:cNvPr id="1" name=""/>
        <p:cNvGrpSpPr/>
        <p:nvPr/>
      </p:nvGrpSpPr>
      <p:grpSpPr>
        <a:xfrm>
          <a:off x="0" y="0"/>
          <a:ext cx="0" cy="0"/>
          <a:chOff x="0" y="0"/>
          <a:chExt cx="0" cy="0"/>
        </a:xfrm>
      </p:grpSpPr>
      <p:sp>
        <p:nvSpPr>
          <p:cNvPr id="3" name="Tijdelijke aanduiding voor titel 1">
            <a:extLst>
              <a:ext uri="{FF2B5EF4-FFF2-40B4-BE49-F238E27FC236}">
                <a16:creationId xmlns:a16="http://schemas.microsoft.com/office/drawing/2014/main" id="{7ABBDCB5-5D2A-8947-AEB8-B06A6093E366}"/>
              </a:ext>
            </a:extLst>
          </p:cNvPr>
          <p:cNvSpPr>
            <a:spLocks noGrp="1"/>
          </p:cNvSpPr>
          <p:nvPr>
            <p:ph type="title" hasCustomPrompt="1"/>
          </p:nvPr>
        </p:nvSpPr>
        <p:spPr>
          <a:xfrm>
            <a:off x="623888" y="2737623"/>
            <a:ext cx="1094422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pic>
        <p:nvPicPr>
          <p:cNvPr id="4" name="Afbeelding 3">
            <a:extLst>
              <a:ext uri="{FF2B5EF4-FFF2-40B4-BE49-F238E27FC236}">
                <a16:creationId xmlns:a16="http://schemas.microsoft.com/office/drawing/2014/main" id="{835C0A10-7AE5-B54C-981D-2DBA7B6F3497}"/>
              </a:ext>
            </a:extLst>
          </p:cNvPr>
          <p:cNvPicPr>
            <a:picLocks noChangeAspect="1"/>
          </p:cNvPicPr>
          <p:nvPr userDrawn="1"/>
        </p:nvPicPr>
        <p:blipFill>
          <a:blip r:embed="rId2"/>
          <a:stretch>
            <a:fillRect/>
          </a:stretch>
        </p:blipFill>
        <p:spPr>
          <a:xfrm>
            <a:off x="5149850" y="1613587"/>
            <a:ext cx="1892300" cy="533400"/>
          </a:xfrm>
          <a:prstGeom prst="rect">
            <a:avLst/>
          </a:prstGeom>
        </p:spPr>
      </p:pic>
      <p:sp>
        <p:nvSpPr>
          <p:cNvPr id="5" name="Text Placeholder 6">
            <a:extLst>
              <a:ext uri="{FF2B5EF4-FFF2-40B4-BE49-F238E27FC236}">
                <a16:creationId xmlns:a16="http://schemas.microsoft.com/office/drawing/2014/main" id="{DBF08461-C600-4C47-803A-43BF0EAD9B39}"/>
              </a:ext>
            </a:extLst>
          </p:cNvPr>
          <p:cNvSpPr>
            <a:spLocks noGrp="1"/>
          </p:cNvSpPr>
          <p:nvPr>
            <p:ph type="body" sz="quarter" idx="10" hasCustomPrompt="1"/>
          </p:nvPr>
        </p:nvSpPr>
        <p:spPr>
          <a:xfrm>
            <a:off x="623888" y="4471987"/>
            <a:ext cx="10944225" cy="1062037"/>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81238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Antwerpen_titelroo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AABACC8-28A2-D34B-8A1E-5CF7BA9005CC}"/>
              </a:ext>
            </a:extLst>
          </p:cNvPr>
          <p:cNvSpPr/>
          <p:nvPr userDrawn="1"/>
        </p:nvSpPr>
        <p:spPr>
          <a:xfrm>
            <a:off x="623888" y="627478"/>
            <a:ext cx="10954551" cy="5618356"/>
          </a:xfrm>
          <a:custGeom>
            <a:avLst/>
            <a:gdLst>
              <a:gd name="connsiteX0" fmla="*/ 0 w 10296525"/>
              <a:gd name="connsiteY0" fmla="*/ 0 h 4968875"/>
              <a:gd name="connsiteX1" fmla="*/ 10296525 w 10296525"/>
              <a:gd name="connsiteY1" fmla="*/ 0 h 4968875"/>
              <a:gd name="connsiteX2" fmla="*/ 10296525 w 10296525"/>
              <a:gd name="connsiteY2" fmla="*/ 4968875 h 4968875"/>
              <a:gd name="connsiteX3" fmla="*/ 253304 w 10296525"/>
              <a:gd name="connsiteY3" fmla="*/ 4968875 h 4968875"/>
              <a:gd name="connsiteX4" fmla="*/ 202263 w 10296525"/>
              <a:gd name="connsiteY4" fmla="*/ 4963730 h 4968875"/>
              <a:gd name="connsiteX5" fmla="*/ 0 w 10296525"/>
              <a:gd name="connsiteY5" fmla="*/ 4715562 h 4968875"/>
              <a:gd name="connsiteX6" fmla="*/ 0 w 10296525"/>
              <a:gd name="connsiteY6" fmla="*/ 0 h 4968875"/>
              <a:gd name="connsiteX0" fmla="*/ 0 w 10629811"/>
              <a:gd name="connsiteY0" fmla="*/ 0 h 4968875"/>
              <a:gd name="connsiteX1" fmla="*/ 10629811 w 10629811"/>
              <a:gd name="connsiteY1" fmla="*/ 8546 h 4968875"/>
              <a:gd name="connsiteX2" fmla="*/ 10296525 w 10629811"/>
              <a:gd name="connsiteY2" fmla="*/ 4968875 h 4968875"/>
              <a:gd name="connsiteX3" fmla="*/ 253304 w 10629811"/>
              <a:gd name="connsiteY3" fmla="*/ 4968875 h 4968875"/>
              <a:gd name="connsiteX4" fmla="*/ 202263 w 10629811"/>
              <a:gd name="connsiteY4" fmla="*/ 4963730 h 4968875"/>
              <a:gd name="connsiteX5" fmla="*/ 0 w 10629811"/>
              <a:gd name="connsiteY5" fmla="*/ 4715562 h 4968875"/>
              <a:gd name="connsiteX6" fmla="*/ 0 w 10629811"/>
              <a:gd name="connsiteY6" fmla="*/ 0 h 4968875"/>
              <a:gd name="connsiteX0" fmla="*/ 0 w 10629811"/>
              <a:gd name="connsiteY0" fmla="*/ 0 h 4977421"/>
              <a:gd name="connsiteX1" fmla="*/ 10629811 w 10629811"/>
              <a:gd name="connsiteY1" fmla="*/ 8546 h 4977421"/>
              <a:gd name="connsiteX2" fmla="*/ 10629811 w 10629811"/>
              <a:gd name="connsiteY2" fmla="*/ 4977421 h 4977421"/>
              <a:gd name="connsiteX3" fmla="*/ 253304 w 10629811"/>
              <a:gd name="connsiteY3" fmla="*/ 4968875 h 4977421"/>
              <a:gd name="connsiteX4" fmla="*/ 202263 w 10629811"/>
              <a:gd name="connsiteY4" fmla="*/ 4963730 h 4977421"/>
              <a:gd name="connsiteX5" fmla="*/ 0 w 10629811"/>
              <a:gd name="connsiteY5" fmla="*/ 4715562 h 4977421"/>
              <a:gd name="connsiteX6" fmla="*/ 0 w 10629811"/>
              <a:gd name="connsiteY6" fmla="*/ 0 h 4977421"/>
              <a:gd name="connsiteX0" fmla="*/ 8545 w 10629811"/>
              <a:gd name="connsiteY0" fmla="*/ 0 h 5618356"/>
              <a:gd name="connsiteX1" fmla="*/ 10629811 w 10629811"/>
              <a:gd name="connsiteY1" fmla="*/ 649481 h 5618356"/>
              <a:gd name="connsiteX2" fmla="*/ 10629811 w 10629811"/>
              <a:gd name="connsiteY2" fmla="*/ 5618356 h 5618356"/>
              <a:gd name="connsiteX3" fmla="*/ 253304 w 10629811"/>
              <a:gd name="connsiteY3" fmla="*/ 5609810 h 5618356"/>
              <a:gd name="connsiteX4" fmla="*/ 202263 w 10629811"/>
              <a:gd name="connsiteY4" fmla="*/ 5604665 h 5618356"/>
              <a:gd name="connsiteX5" fmla="*/ 0 w 10629811"/>
              <a:gd name="connsiteY5" fmla="*/ 5356497 h 5618356"/>
              <a:gd name="connsiteX6" fmla="*/ 8545 w 10629811"/>
              <a:gd name="connsiteY6" fmla="*/ 0 h 5618356"/>
              <a:gd name="connsiteX0" fmla="*/ 8545 w 10946005"/>
              <a:gd name="connsiteY0" fmla="*/ 0 h 5618356"/>
              <a:gd name="connsiteX1" fmla="*/ 10946005 w 10946005"/>
              <a:gd name="connsiteY1" fmla="*/ 8546 h 5618356"/>
              <a:gd name="connsiteX2" fmla="*/ 10629811 w 10946005"/>
              <a:gd name="connsiteY2" fmla="*/ 5618356 h 5618356"/>
              <a:gd name="connsiteX3" fmla="*/ 253304 w 10946005"/>
              <a:gd name="connsiteY3" fmla="*/ 5609810 h 5618356"/>
              <a:gd name="connsiteX4" fmla="*/ 202263 w 10946005"/>
              <a:gd name="connsiteY4" fmla="*/ 5604665 h 5618356"/>
              <a:gd name="connsiteX5" fmla="*/ 0 w 10946005"/>
              <a:gd name="connsiteY5" fmla="*/ 5356497 h 5618356"/>
              <a:gd name="connsiteX6" fmla="*/ 8545 w 10946005"/>
              <a:gd name="connsiteY6" fmla="*/ 0 h 5618356"/>
              <a:gd name="connsiteX0" fmla="*/ 8545 w 10954551"/>
              <a:gd name="connsiteY0" fmla="*/ 0 h 5618356"/>
              <a:gd name="connsiteX1" fmla="*/ 10946005 w 10954551"/>
              <a:gd name="connsiteY1" fmla="*/ 8546 h 5618356"/>
              <a:gd name="connsiteX2" fmla="*/ 10954551 w 10954551"/>
              <a:gd name="connsiteY2" fmla="*/ 5618356 h 5618356"/>
              <a:gd name="connsiteX3" fmla="*/ 253304 w 10954551"/>
              <a:gd name="connsiteY3" fmla="*/ 5609810 h 5618356"/>
              <a:gd name="connsiteX4" fmla="*/ 202263 w 10954551"/>
              <a:gd name="connsiteY4" fmla="*/ 5604665 h 5618356"/>
              <a:gd name="connsiteX5" fmla="*/ 0 w 10954551"/>
              <a:gd name="connsiteY5" fmla="*/ 5356497 h 5618356"/>
              <a:gd name="connsiteX6" fmla="*/ 8545 w 10954551"/>
              <a:gd name="connsiteY6" fmla="*/ 0 h 56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54551" h="5618356">
                <a:moveTo>
                  <a:pt x="8545" y="0"/>
                </a:moveTo>
                <a:lnTo>
                  <a:pt x="10946005" y="8546"/>
                </a:lnTo>
                <a:cubicBezTo>
                  <a:pt x="10948854" y="1878483"/>
                  <a:pt x="10951702" y="3748419"/>
                  <a:pt x="10954551" y="5618356"/>
                </a:cubicBezTo>
                <a:lnTo>
                  <a:pt x="253304" y="5609810"/>
                </a:lnTo>
                <a:lnTo>
                  <a:pt x="202263" y="5604665"/>
                </a:lnTo>
                <a:cubicBezTo>
                  <a:pt x="86832" y="5581044"/>
                  <a:pt x="0" y="5478911"/>
                  <a:pt x="0" y="5356497"/>
                </a:cubicBezTo>
                <a:cubicBezTo>
                  <a:pt x="2848" y="3570998"/>
                  <a:pt x="5697" y="1785499"/>
                  <a:pt x="854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BE" dirty="0"/>
          </a:p>
        </p:txBody>
      </p:sp>
      <p:pic>
        <p:nvPicPr>
          <p:cNvPr id="4" name="Afbeelding 4">
            <a:extLst>
              <a:ext uri="{FF2B5EF4-FFF2-40B4-BE49-F238E27FC236}">
                <a16:creationId xmlns:a16="http://schemas.microsoft.com/office/drawing/2014/main" id="{3E52E258-A471-1A48-9273-7FE52ACD15DB}"/>
              </a:ext>
            </a:extLst>
          </p:cNvPr>
          <p:cNvPicPr>
            <a:picLocks noChangeAspect="1"/>
          </p:cNvPicPr>
          <p:nvPr userDrawn="1"/>
        </p:nvPicPr>
        <p:blipFill>
          <a:blip r:embed="rId2"/>
          <a:stretch>
            <a:fillRect/>
          </a:stretch>
        </p:blipFill>
        <p:spPr>
          <a:xfrm>
            <a:off x="623888" y="6429781"/>
            <a:ext cx="794485" cy="223949"/>
          </a:xfrm>
          <a:prstGeom prst="rect">
            <a:avLst/>
          </a:prstGeom>
        </p:spPr>
      </p:pic>
      <p:sp>
        <p:nvSpPr>
          <p:cNvPr id="5" name="Tijdelijke aanduiding voor titel 1">
            <a:extLst>
              <a:ext uri="{FF2B5EF4-FFF2-40B4-BE49-F238E27FC236}">
                <a16:creationId xmlns:a16="http://schemas.microsoft.com/office/drawing/2014/main" id="{31D26ADD-50E0-864E-879F-AED5604BF2AB}"/>
              </a:ext>
            </a:extLst>
          </p:cNvPr>
          <p:cNvSpPr>
            <a:spLocks noGrp="1"/>
          </p:cNvSpPr>
          <p:nvPr>
            <p:ph type="title" hasCustomPrompt="1"/>
          </p:nvPr>
        </p:nvSpPr>
        <p:spPr>
          <a:xfrm>
            <a:off x="614453" y="2318879"/>
            <a:ext cx="1096398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sp>
        <p:nvSpPr>
          <p:cNvPr id="6" name="Text Placeholder 6">
            <a:extLst>
              <a:ext uri="{FF2B5EF4-FFF2-40B4-BE49-F238E27FC236}">
                <a16:creationId xmlns:a16="http://schemas.microsoft.com/office/drawing/2014/main" id="{2534ABFA-B94B-7346-9AA3-E2278EC84FE9}"/>
              </a:ext>
            </a:extLst>
          </p:cNvPr>
          <p:cNvSpPr>
            <a:spLocks noGrp="1"/>
          </p:cNvSpPr>
          <p:nvPr>
            <p:ph type="body" sz="quarter" idx="10" hasCustomPrompt="1"/>
          </p:nvPr>
        </p:nvSpPr>
        <p:spPr>
          <a:xfrm>
            <a:off x="614453" y="4071937"/>
            <a:ext cx="10963985" cy="1043343"/>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523788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Antwerpen_1beeldmetU">
    <p:spTree>
      <p:nvGrpSpPr>
        <p:cNvPr id="1" name=""/>
        <p:cNvGrpSpPr/>
        <p:nvPr/>
      </p:nvGrpSpPr>
      <p:grpSpPr>
        <a:xfrm>
          <a:off x="0" y="0"/>
          <a:ext cx="0" cy="0"/>
          <a:chOff x="0" y="0"/>
          <a:chExt cx="0" cy="0"/>
        </a:xfrm>
      </p:grpSpPr>
      <p:sp>
        <p:nvSpPr>
          <p:cNvPr id="3" name="Picture Placeholder 19">
            <a:extLst>
              <a:ext uri="{FF2B5EF4-FFF2-40B4-BE49-F238E27FC236}">
                <a16:creationId xmlns:a16="http://schemas.microsoft.com/office/drawing/2014/main" id="{C3132F7D-D063-1C4B-8D0F-49AC33221A42}"/>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398203282"/>
      </p:ext>
    </p:extLst>
  </p:cSld>
  <p:clrMapOvr>
    <a:masterClrMapping/>
  </p:clrMapOvr>
  <p:extLst>
    <p:ext uri="{DCECCB84-F9BA-43D5-87BE-67443E8EF086}">
      <p15:sldGuideLst xmlns:p15="http://schemas.microsoft.com/office/powerpoint/2012/main">
        <p15:guide id="1" orient="horz" pos="39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Antwerpen_1bee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999222-05DA-F24F-99F4-A098BCC40D85}"/>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pic>
        <p:nvPicPr>
          <p:cNvPr id="4" name="Afbeelding 4">
            <a:extLst>
              <a:ext uri="{FF2B5EF4-FFF2-40B4-BE49-F238E27FC236}">
                <a16:creationId xmlns:a16="http://schemas.microsoft.com/office/drawing/2014/main" id="{40E03AEB-DCFF-FA42-98DA-C3ACA4374FDD}"/>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41960901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Antwerpen_1beeldenquote">
    <p:spTree>
      <p:nvGrpSpPr>
        <p:cNvPr id="1" name=""/>
        <p:cNvGrpSpPr/>
        <p:nvPr/>
      </p:nvGrpSpPr>
      <p:grpSpPr>
        <a:xfrm>
          <a:off x="0" y="0"/>
          <a:ext cx="0" cy="0"/>
          <a:chOff x="0" y="0"/>
          <a:chExt cx="0" cy="0"/>
        </a:xfrm>
      </p:grpSpPr>
      <p:sp>
        <p:nvSpPr>
          <p:cNvPr id="3" name="Tijdelijke aanduiding voor afbeelding 3">
            <a:extLst>
              <a:ext uri="{FF2B5EF4-FFF2-40B4-BE49-F238E27FC236}">
                <a16:creationId xmlns:a16="http://schemas.microsoft.com/office/drawing/2014/main" id="{BF020726-1AA6-EE4D-9CD8-9B40673609EC}"/>
              </a:ext>
            </a:extLst>
          </p:cNvPr>
          <p:cNvSpPr>
            <a:spLocks noGrp="1"/>
          </p:cNvSpPr>
          <p:nvPr>
            <p:ph type="pic" sz="quarter" idx="10" hasCustomPrompt="1"/>
          </p:nvPr>
        </p:nvSpPr>
        <p:spPr>
          <a:xfrm>
            <a:off x="0" y="0"/>
            <a:ext cx="12192000" cy="6858000"/>
          </a:xfrm>
          <a:prstGeom prst="rect">
            <a:avLst/>
          </a:prstGeom>
          <a:solidFill>
            <a:schemeClr val="accent1"/>
          </a:solidFill>
        </p:spPr>
        <p:txBody>
          <a:bodyPr/>
          <a:lstStyle>
            <a:lvl1pPr marL="0" marR="0" indent="0" algn="l" defTabSz="914400" rtl="0" eaLnBrk="1" fontAlgn="auto" latinLnBrk="0" hangingPunct="1">
              <a:lnSpc>
                <a:spcPct val="90000"/>
              </a:lnSpc>
              <a:spcBef>
                <a:spcPts val="1000"/>
              </a:spcBef>
              <a:spcAft>
                <a:spcPts val="0"/>
              </a:spcAft>
              <a:buClrTx/>
              <a:buSzTx/>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Klik op het pictogram om een afbeelding wilt toevoegen</a:t>
            </a:r>
            <a:endParaRPr lang="nl-BE" dirty="0"/>
          </a:p>
          <a:p>
            <a:endParaRPr lang="nl-BE" dirty="0"/>
          </a:p>
        </p:txBody>
      </p:sp>
      <p:sp>
        <p:nvSpPr>
          <p:cNvPr id="4" name="Tijdelijke aanduiding voor tekst 5">
            <a:extLst>
              <a:ext uri="{FF2B5EF4-FFF2-40B4-BE49-F238E27FC236}">
                <a16:creationId xmlns:a16="http://schemas.microsoft.com/office/drawing/2014/main" id="{89753A3A-E019-254C-9677-C9C519017AAD}"/>
              </a:ext>
            </a:extLst>
          </p:cNvPr>
          <p:cNvSpPr>
            <a:spLocks noGrp="1"/>
          </p:cNvSpPr>
          <p:nvPr>
            <p:ph type="body" sz="quarter" idx="12" hasCustomPrompt="1"/>
          </p:nvPr>
        </p:nvSpPr>
        <p:spPr>
          <a:xfrm>
            <a:off x="7806518" y="3613790"/>
            <a:ext cx="376159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4D01101A-4B64-9146-92CB-AB7133B61F74}"/>
              </a:ext>
            </a:extLst>
          </p:cNvPr>
          <p:cNvSpPr>
            <a:spLocks noGrp="1"/>
          </p:cNvSpPr>
          <p:nvPr>
            <p:ph type="body" sz="quarter" idx="13" hasCustomPrompt="1"/>
          </p:nvPr>
        </p:nvSpPr>
        <p:spPr>
          <a:xfrm>
            <a:off x="7805738" y="1500371"/>
            <a:ext cx="3762375" cy="1945955"/>
          </a:xfrm>
          <a:prstGeom prst="rect">
            <a:avLst/>
          </a:prstGeom>
        </p:spPr>
        <p:txBody>
          <a:bodyPr/>
          <a:lstStyle>
            <a:lvl1pPr>
              <a:spcBef>
                <a:spcPts val="0"/>
              </a:spcBef>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spTree>
    <p:extLst>
      <p:ext uri="{BB962C8B-B14F-4D97-AF65-F5344CB8AC3E}">
        <p14:creationId xmlns:p14="http://schemas.microsoft.com/office/powerpoint/2010/main" val="1092190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Antwerpen_1beeldquote en logo">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09DBE046-B8F3-D840-ABA8-37DDBE8E14F1}"/>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4" name="Tijdelijke aanduiding voor tekst 5">
            <a:extLst>
              <a:ext uri="{FF2B5EF4-FFF2-40B4-BE49-F238E27FC236}">
                <a16:creationId xmlns:a16="http://schemas.microsoft.com/office/drawing/2014/main" id="{29C33EA9-EAA8-554B-9770-EC4BF96CD42E}"/>
              </a:ext>
            </a:extLst>
          </p:cNvPr>
          <p:cNvSpPr>
            <a:spLocks noGrp="1"/>
          </p:cNvSpPr>
          <p:nvPr>
            <p:ph type="body" sz="quarter" idx="12" hasCustomPrompt="1"/>
          </p:nvPr>
        </p:nvSpPr>
        <p:spPr>
          <a:xfrm>
            <a:off x="7806519" y="3613790"/>
            <a:ext cx="341573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9A2A5195-C3FC-3548-A159-FD845F8D8AB0}"/>
              </a:ext>
            </a:extLst>
          </p:cNvPr>
          <p:cNvSpPr>
            <a:spLocks noGrp="1"/>
          </p:cNvSpPr>
          <p:nvPr>
            <p:ph type="body" sz="quarter" idx="13" hasCustomPrompt="1"/>
          </p:nvPr>
        </p:nvSpPr>
        <p:spPr>
          <a:xfrm>
            <a:off x="7805739" y="1500371"/>
            <a:ext cx="3416443" cy="1945955"/>
          </a:xfrm>
          <a:prstGeom prst="rect">
            <a:avLst/>
          </a:prstGeom>
        </p:spPr>
        <p:txBody>
          <a:bodyPr/>
          <a:lstStyle>
            <a:lvl1pPr>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pic>
        <p:nvPicPr>
          <p:cNvPr id="6" name="Afbeelding 4">
            <a:extLst>
              <a:ext uri="{FF2B5EF4-FFF2-40B4-BE49-F238E27FC236}">
                <a16:creationId xmlns:a16="http://schemas.microsoft.com/office/drawing/2014/main" id="{A0A6BFC5-0BDC-5046-9C6A-AAF1C2A72DA3}"/>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2810974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jdelijke aanduiding voor titel 1">
            <a:extLst>
              <a:ext uri="{FF2B5EF4-FFF2-40B4-BE49-F238E27FC236}">
                <a16:creationId xmlns:a16="http://schemas.microsoft.com/office/drawing/2014/main" id="{1948A336-DFA9-6348-B512-B2BBC75D1D43}"/>
              </a:ext>
            </a:extLst>
          </p:cNvPr>
          <p:cNvSpPr>
            <a:spLocks noGrp="1"/>
          </p:cNvSpPr>
          <p:nvPr>
            <p:ph type="title"/>
          </p:nvPr>
        </p:nvSpPr>
        <p:spPr>
          <a:xfrm>
            <a:off x="623887" y="620713"/>
            <a:ext cx="10944226" cy="791794"/>
          </a:xfrm>
          <a:prstGeom prst="rect">
            <a:avLst/>
          </a:prstGeom>
        </p:spPr>
        <p:txBody>
          <a:bodyPr vert="horz" lIns="0" tIns="0" rIns="0" bIns="0" rtlCol="0" anchor="t" anchorCtr="0">
            <a:normAutofit/>
          </a:bodyPr>
          <a:lstStyle/>
          <a:p>
            <a:r>
              <a:rPr lang="nl-NL" dirty="0"/>
              <a:t>Titel</a:t>
            </a:r>
            <a:endParaRPr lang="nl-BE" dirty="0"/>
          </a:p>
        </p:txBody>
      </p:sp>
      <p:sp>
        <p:nvSpPr>
          <p:cNvPr id="8" name="Tijdelijke aanduiding voor tekst 13">
            <a:extLst>
              <a:ext uri="{FF2B5EF4-FFF2-40B4-BE49-F238E27FC236}">
                <a16:creationId xmlns:a16="http://schemas.microsoft.com/office/drawing/2014/main" id="{FC89CC1E-5699-C54E-83AE-63F796F398B8}"/>
              </a:ext>
            </a:extLst>
          </p:cNvPr>
          <p:cNvSpPr>
            <a:spLocks noGrp="1"/>
          </p:cNvSpPr>
          <p:nvPr>
            <p:ph type="body" idx="1"/>
          </p:nvPr>
        </p:nvSpPr>
        <p:spPr>
          <a:xfrm>
            <a:off x="623888" y="1604479"/>
            <a:ext cx="10944226" cy="621013"/>
          </a:xfrm>
          <a:prstGeom prst="rect">
            <a:avLst/>
          </a:prstGeom>
        </p:spPr>
        <p:txBody>
          <a:bodyPr vert="horz" lIns="0" tIns="0" rIns="0" bIns="0" rtlCol="0">
            <a:normAutofit/>
          </a:bodyPr>
          <a:lstStyle/>
          <a:p>
            <a:r>
              <a:rPr lang="nl-NL" dirty="0"/>
              <a:t>Ondertitel</a:t>
            </a:r>
          </a:p>
        </p:txBody>
      </p:sp>
      <p:sp>
        <p:nvSpPr>
          <p:cNvPr id="9" name="Tijdelijke aanduiding voor dianummer 3">
            <a:extLst>
              <a:ext uri="{FF2B5EF4-FFF2-40B4-BE49-F238E27FC236}">
                <a16:creationId xmlns:a16="http://schemas.microsoft.com/office/drawing/2014/main" id="{ACEE07E0-D229-2548-A4C6-019956C34182}"/>
              </a:ext>
            </a:extLst>
          </p:cNvPr>
          <p:cNvSpPr>
            <a:spLocks noGrp="1"/>
          </p:cNvSpPr>
          <p:nvPr>
            <p:ph type="sldNum" sz="quarter" idx="4"/>
          </p:nvPr>
        </p:nvSpPr>
        <p:spPr>
          <a:xfrm>
            <a:off x="8923493" y="6339173"/>
            <a:ext cx="2743200" cy="365125"/>
          </a:xfrm>
          <a:prstGeom prst="rect">
            <a:avLst/>
          </a:prstGeom>
        </p:spPr>
        <p:txBody>
          <a:bodyPr vert="horz" lIns="91440" tIns="45720" rIns="91440" bIns="45720" rtlCol="0" anchor="ctr"/>
          <a:lstStyle>
            <a:lvl1pPr algn="r">
              <a:defRPr sz="1000" b="0" i="0">
                <a:solidFill>
                  <a:schemeClr val="tx2"/>
                </a:solidFill>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cs typeface="Calibri Light" panose="020F0302020204030204" pitchFamily="34" charset="0"/>
            </a:endParaRPr>
          </a:p>
        </p:txBody>
      </p:sp>
      <p:pic>
        <p:nvPicPr>
          <p:cNvPr id="10" name="Afbeelding 4">
            <a:extLst>
              <a:ext uri="{FF2B5EF4-FFF2-40B4-BE49-F238E27FC236}">
                <a16:creationId xmlns:a16="http://schemas.microsoft.com/office/drawing/2014/main" id="{B2CABEA2-6FA0-0245-B24A-C92832AA0D0A}"/>
              </a:ext>
            </a:extLst>
          </p:cNvPr>
          <p:cNvPicPr>
            <a:picLocks noChangeAspect="1"/>
          </p:cNvPicPr>
          <p:nvPr userDrawn="1"/>
        </p:nvPicPr>
        <p:blipFill>
          <a:blip r:embed="rId13"/>
          <a:stretch>
            <a:fillRect/>
          </a:stretch>
        </p:blipFill>
        <p:spPr>
          <a:xfrm>
            <a:off x="623888" y="6429781"/>
            <a:ext cx="794485" cy="223949"/>
          </a:xfrm>
          <a:prstGeom prst="rect">
            <a:avLst/>
          </a:prstGeom>
        </p:spPr>
      </p:pic>
    </p:spTree>
  </p:cSld>
  <p:clrMap bg1="lt1" tx1="dk1" bg2="lt2" tx2="dk2" accent1="accent1" accent2="accent2" accent3="accent3" accent4="accent4" accent5="accent5" accent6="accent6" hlink="hlink" folHlink="folHlink"/>
  <p:sldLayoutIdLst>
    <p:sldLayoutId id="2147484115" r:id="rId1"/>
    <p:sldLayoutId id="2147484105" r:id="rId2"/>
    <p:sldLayoutId id="2147484106" r:id="rId3"/>
    <p:sldLayoutId id="2147484107" r:id="rId4"/>
    <p:sldLayoutId id="2147484108" r:id="rId5"/>
    <p:sldLayoutId id="2147484109" r:id="rId6"/>
    <p:sldLayoutId id="2147484110" r:id="rId7"/>
    <p:sldLayoutId id="2147484111" r:id="rId8"/>
    <p:sldLayoutId id="2147484113" r:id="rId9"/>
    <p:sldLayoutId id="2147484112" r:id="rId10"/>
    <p:sldLayoutId id="2147484102" r:id="rId11"/>
  </p:sldLayoutIdLst>
  <p:hf hdr="0"/>
  <p:txStyles>
    <p:titleStyle>
      <a:lvl1pPr algn="l" defTabSz="1217054" rtl="0" eaLnBrk="1" fontAlgn="base" hangingPunct="1">
        <a:spcBef>
          <a:spcPct val="0"/>
        </a:spcBef>
        <a:spcAft>
          <a:spcPct val="0"/>
        </a:spcAft>
        <a:defRPr sz="3800" b="1" i="0" kern="1200">
          <a:solidFill>
            <a:srgbClr val="FF0000"/>
          </a:solidFill>
          <a:latin typeface="Calibri" panose="020F0502020204030204" pitchFamily="34" charset="0"/>
          <a:ea typeface="Verdana" charset="0"/>
          <a:cs typeface="Calibri" panose="020F0502020204030204" pitchFamily="34" charset="0"/>
        </a:defRPr>
      </a:lvl1pPr>
      <a:lvl2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2pPr>
      <a:lvl3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3pPr>
      <a:lvl4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1217054" rtl="0" eaLnBrk="1" fontAlgn="base" hangingPunct="1">
        <a:spcBef>
          <a:spcPct val="20000"/>
        </a:spcBef>
        <a:spcAft>
          <a:spcPct val="0"/>
        </a:spcAft>
        <a:buClr>
          <a:schemeClr val="accent1"/>
        </a:buClr>
        <a:buFont typeface="Arial" panose="020B0604020202020204" pitchFamily="34" charset="0"/>
        <a:buNone/>
        <a:defRPr sz="2800" b="0" i="0" kern="1200">
          <a:solidFill>
            <a:schemeClr val="tx1"/>
          </a:solidFill>
          <a:latin typeface="+mn-lt"/>
          <a:ea typeface="Verdana" charset="0"/>
          <a:cs typeface="Calibri Light" panose="020F0302020204030204" pitchFamily="34" charset="0"/>
        </a:defRPr>
      </a:lvl1pPr>
      <a:lvl2pPr marL="740815"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2pPr>
      <a:lvl3pPr marL="1090057"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3pPr>
      <a:lvl4pPr marL="1454114" indent="-378875"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4pPr>
      <a:lvl5pPr marL="1663658" indent="-226478"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nl-B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3" userDrawn="1">
          <p15:clr>
            <a:srgbClr val="F26B43"/>
          </p15:clr>
        </p15:guide>
        <p15:guide id="2" pos="7287" userDrawn="1">
          <p15:clr>
            <a:srgbClr val="F26B43"/>
          </p15:clr>
        </p15:guide>
        <p15:guide id="3" orient="horz" pos="391" userDrawn="1">
          <p15:clr>
            <a:srgbClr val="F26B43"/>
          </p15:clr>
        </p15:guide>
        <p15:guide id="4" orient="horz" pos="392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54867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userDrawn="1">
          <p15:clr>
            <a:srgbClr val="F26B43"/>
          </p15:clr>
        </p15:guide>
        <p15:guide id="2" pos="393" userDrawn="1">
          <p15:clr>
            <a:srgbClr val="F26B43"/>
          </p15:clr>
        </p15:guide>
        <p15:guide id="3" pos="7287" userDrawn="1">
          <p15:clr>
            <a:srgbClr val="F26B43"/>
          </p15:clr>
        </p15:guide>
        <p15:guide id="4"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microsoft.com/office/2007/relationships/hdphoto" Target="../media/hdphoto3.wdp"/><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microsoft.com/office/2007/relationships/hdphoto" Target="../media/hdphoto5.wdp"/><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microsoft.com/office/2007/relationships/hdphoto" Target="../media/hdphoto4.wdp"/><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microsoft.com/office/2007/relationships/hdphoto" Target="../media/hdphoto7.wdp"/><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microsoft.com/office/2007/relationships/hdphoto" Target="../media/hdphoto6.wdp"/><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tiff"/></Relationships>
</file>

<file path=ppt/slides/_rels/slide20.xml.rels><?xml version="1.0" encoding="UTF-8" standalone="yes"?>
<Relationships xmlns="http://schemas.openxmlformats.org/package/2006/relationships"><Relationship Id="rId3" Type="http://schemas.openxmlformats.org/officeDocument/2006/relationships/oleObject" Target="???"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8.emf"/></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C7654-B1F8-CB41-A11C-78EAAE0B4DB9}"/>
              </a:ext>
            </a:extLst>
          </p:cNvPr>
          <p:cNvSpPr>
            <a:spLocks noGrp="1"/>
          </p:cNvSpPr>
          <p:nvPr>
            <p:ph type="title"/>
          </p:nvPr>
        </p:nvSpPr>
        <p:spPr/>
        <p:txBody>
          <a:bodyPr>
            <a:normAutofit fontScale="90000"/>
          </a:bodyPr>
          <a:lstStyle/>
          <a:p>
            <a:r>
              <a:rPr lang="nl-BE" dirty="0"/>
              <a:t>Statistiek B – contactmoment 4</a:t>
            </a:r>
            <a:endParaRPr lang="en-BE"/>
          </a:p>
        </p:txBody>
      </p:sp>
      <p:sp>
        <p:nvSpPr>
          <p:cNvPr id="3" name="Text Placeholder 2">
            <a:extLst>
              <a:ext uri="{FF2B5EF4-FFF2-40B4-BE49-F238E27FC236}">
                <a16:creationId xmlns:a16="http://schemas.microsoft.com/office/drawing/2014/main" id="{BE59F27B-4FA1-1945-B3AE-2234EB3F591F}"/>
              </a:ext>
            </a:extLst>
          </p:cNvPr>
          <p:cNvSpPr>
            <a:spLocks noGrp="1"/>
          </p:cNvSpPr>
          <p:nvPr>
            <p:ph type="body" sz="quarter" idx="10"/>
          </p:nvPr>
        </p:nvSpPr>
        <p:spPr/>
        <p:txBody>
          <a:bodyPr/>
          <a:lstStyle/>
          <a:p>
            <a:r>
              <a:rPr lang="nl-BE" i="1" dirty="0"/>
              <a:t>Assumpties regressieanalyse</a:t>
            </a:r>
          </a:p>
          <a:p>
            <a:r>
              <a:rPr lang="nl-BE" i="1" dirty="0"/>
              <a:t>Meervoudige regressieanalyse</a:t>
            </a:r>
          </a:p>
          <a:p>
            <a:pPr algn="l"/>
            <a:r>
              <a:rPr lang="nl-BE" dirty="0"/>
              <a:t>										</a:t>
            </a:r>
            <a:endParaRPr lang="en-BE"/>
          </a:p>
        </p:txBody>
      </p:sp>
    </p:spTree>
    <p:extLst>
      <p:ext uri="{BB962C8B-B14F-4D97-AF65-F5344CB8AC3E}">
        <p14:creationId xmlns:p14="http://schemas.microsoft.com/office/powerpoint/2010/main" val="2323801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69D7D5-11ED-B94F-B3FF-72321C7F890C}"/>
              </a:ext>
            </a:extLst>
          </p:cNvPr>
          <p:cNvSpPr>
            <a:spLocks noGrp="1"/>
          </p:cNvSpPr>
          <p:nvPr>
            <p:ph type="sldNum" sz="quarter" idx="10"/>
          </p:nvPr>
        </p:nvSpPr>
        <p:spPr/>
        <p:txBody>
          <a:bodyPr/>
          <a:lstStyle/>
          <a:p>
            <a:fld id="{E038E271-308C-2E46-A3EC-56326F9084CC}" type="slidenum">
              <a:rPr lang="nl-BE" smtClean="0"/>
              <a:pPr/>
              <a:t>2</a:t>
            </a:fld>
            <a:endParaRPr lang="nl-BE" dirty="0"/>
          </a:p>
        </p:txBody>
      </p:sp>
      <p:pic>
        <p:nvPicPr>
          <p:cNvPr id="17" name="Tijdelijke aanduiding voor afbeelding 16">
            <a:extLst>
              <a:ext uri="{FF2B5EF4-FFF2-40B4-BE49-F238E27FC236}">
                <a16:creationId xmlns:a16="http://schemas.microsoft.com/office/drawing/2014/main" id="{8B125C63-E17C-4743-8DB7-1795A93F7971}"/>
              </a:ext>
            </a:extLst>
          </p:cNvPr>
          <p:cNvPicPr>
            <a:picLocks noGrp="1" noChangeAspect="1"/>
          </p:cNvPicPr>
          <p:nvPr>
            <p:ph type="pic" sz="quarter" idx="19"/>
          </p:nvPr>
        </p:nvPicPr>
        <p:blipFill rotWithShape="1">
          <a:blip r:embed="rId3"/>
          <a:srcRect t="-29693" b="-29693"/>
          <a:stretch/>
        </p:blipFill>
        <p:spPr>
          <a:xfrm>
            <a:off x="9005909" y="1378339"/>
            <a:ext cx="1674000" cy="1672263"/>
          </a:xfrm>
          <a:prstGeom prst="roundRect">
            <a:avLst>
              <a:gd name="adj" fmla="val 50000"/>
            </a:avLst>
          </a:prstGeom>
        </p:spPr>
      </p:pic>
      <p:sp>
        <p:nvSpPr>
          <p:cNvPr id="7" name="Text Placeholder 6">
            <a:extLst>
              <a:ext uri="{FF2B5EF4-FFF2-40B4-BE49-F238E27FC236}">
                <a16:creationId xmlns:a16="http://schemas.microsoft.com/office/drawing/2014/main" id="{D33FF37A-7607-954E-B668-B3051AFFDF6F}"/>
              </a:ext>
            </a:extLst>
          </p:cNvPr>
          <p:cNvSpPr>
            <a:spLocks noGrp="1"/>
          </p:cNvSpPr>
          <p:nvPr>
            <p:ph type="body" sz="quarter" idx="22"/>
          </p:nvPr>
        </p:nvSpPr>
        <p:spPr/>
        <p:txBody>
          <a:bodyPr/>
          <a:lstStyle/>
          <a:p>
            <a:r>
              <a:rPr lang="nl-BE" dirty="0"/>
              <a:t>Te      ugblik</a:t>
            </a:r>
            <a:endParaRPr lang="en-BE"/>
          </a:p>
        </p:txBody>
      </p:sp>
      <p:sp>
        <p:nvSpPr>
          <p:cNvPr id="8" name="Content Placeholder 7">
            <a:extLst>
              <a:ext uri="{FF2B5EF4-FFF2-40B4-BE49-F238E27FC236}">
                <a16:creationId xmlns:a16="http://schemas.microsoft.com/office/drawing/2014/main" id="{6058EBD4-6BC5-D844-98F0-F06FCADD0653}"/>
              </a:ext>
            </a:extLst>
          </p:cNvPr>
          <p:cNvSpPr>
            <a:spLocks noGrp="1"/>
          </p:cNvSpPr>
          <p:nvPr>
            <p:ph sz="quarter" idx="23"/>
          </p:nvPr>
        </p:nvSpPr>
        <p:spPr/>
        <p:txBody>
          <a:bodyPr/>
          <a:lstStyle/>
          <a:p>
            <a:endParaRPr lang="en-BE"/>
          </a:p>
        </p:txBody>
      </p:sp>
      <p:sp>
        <p:nvSpPr>
          <p:cNvPr id="9" name="Text Placeholder 8">
            <a:extLst>
              <a:ext uri="{FF2B5EF4-FFF2-40B4-BE49-F238E27FC236}">
                <a16:creationId xmlns:a16="http://schemas.microsoft.com/office/drawing/2014/main" id="{D9090C32-1664-AD4C-90CB-B21340D4B19F}"/>
              </a:ext>
            </a:extLst>
          </p:cNvPr>
          <p:cNvSpPr>
            <a:spLocks noGrp="1"/>
          </p:cNvSpPr>
          <p:nvPr>
            <p:ph type="body" sz="quarter" idx="24"/>
          </p:nvPr>
        </p:nvSpPr>
        <p:spPr/>
        <p:txBody>
          <a:bodyPr>
            <a:normAutofit fontScale="92500"/>
          </a:bodyPr>
          <a:lstStyle/>
          <a:p>
            <a:r>
              <a:rPr lang="nl-BE" dirty="0"/>
              <a:t>Meervoudige regressieanalyse</a:t>
            </a:r>
            <a:endParaRPr lang="en-BE"/>
          </a:p>
        </p:txBody>
      </p:sp>
      <p:sp>
        <p:nvSpPr>
          <p:cNvPr id="10" name="Content Placeholder 9">
            <a:extLst>
              <a:ext uri="{FF2B5EF4-FFF2-40B4-BE49-F238E27FC236}">
                <a16:creationId xmlns:a16="http://schemas.microsoft.com/office/drawing/2014/main" id="{A72CD1A8-D6A8-3C42-A93B-672CCFBA05C0}"/>
              </a:ext>
            </a:extLst>
          </p:cNvPr>
          <p:cNvSpPr>
            <a:spLocks noGrp="1"/>
          </p:cNvSpPr>
          <p:nvPr>
            <p:ph sz="quarter" idx="25"/>
          </p:nvPr>
        </p:nvSpPr>
        <p:spPr/>
        <p:txBody>
          <a:bodyPr/>
          <a:lstStyle/>
          <a:p>
            <a:endParaRPr lang="en-BE"/>
          </a:p>
        </p:txBody>
      </p:sp>
      <p:sp>
        <p:nvSpPr>
          <p:cNvPr id="11" name="Text Placeholder 10">
            <a:extLst>
              <a:ext uri="{FF2B5EF4-FFF2-40B4-BE49-F238E27FC236}">
                <a16:creationId xmlns:a16="http://schemas.microsoft.com/office/drawing/2014/main" id="{E52DBBB3-1531-CD4F-90B1-1F37ABD2F586}"/>
              </a:ext>
            </a:extLst>
          </p:cNvPr>
          <p:cNvSpPr>
            <a:spLocks noGrp="1"/>
          </p:cNvSpPr>
          <p:nvPr>
            <p:ph type="body" sz="quarter" idx="26"/>
          </p:nvPr>
        </p:nvSpPr>
        <p:spPr/>
        <p:txBody>
          <a:bodyPr/>
          <a:lstStyle/>
          <a:p>
            <a:r>
              <a:rPr lang="nl-BE" dirty="0"/>
              <a:t>Assumpties regressie</a:t>
            </a:r>
            <a:endParaRPr lang="en-BE"/>
          </a:p>
        </p:txBody>
      </p:sp>
      <p:pic>
        <p:nvPicPr>
          <p:cNvPr id="1026" name="Picture 2" descr="Afbeeldingsresultaat voor lineaire regressie">
            <a:extLst>
              <a:ext uri="{FF2B5EF4-FFF2-40B4-BE49-F238E27FC236}">
                <a16:creationId xmlns:a16="http://schemas.microsoft.com/office/drawing/2014/main" id="{4E07EFA0-DD24-404B-8C76-9FDA855BCE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303777">
            <a:off x="7249399" y="-549269"/>
            <a:ext cx="260229" cy="130115"/>
          </a:xfrm>
          <a:prstGeom prst="rect">
            <a:avLst/>
          </a:prstGeom>
          <a:noFill/>
          <a:extLst>
            <a:ext uri="{909E8E84-426E-40DD-AFC4-6F175D3DCCD1}">
              <a14:hiddenFill xmlns:a14="http://schemas.microsoft.com/office/drawing/2010/main">
                <a:solidFill>
                  <a:srgbClr val="FFFFFF"/>
                </a:solidFill>
              </a14:hiddenFill>
            </a:ext>
          </a:extLst>
        </p:spPr>
      </p:pic>
      <p:pic>
        <p:nvPicPr>
          <p:cNvPr id="22" name="Tijdelijke aanduiding voor afbeelding 21">
            <a:extLst>
              <a:ext uri="{FF2B5EF4-FFF2-40B4-BE49-F238E27FC236}">
                <a16:creationId xmlns:a16="http://schemas.microsoft.com/office/drawing/2014/main" id="{2394DF99-89BB-5B44-A0D2-F4E4EB0CAED9}"/>
              </a:ext>
            </a:extLst>
          </p:cNvPr>
          <p:cNvPicPr>
            <a:picLocks noGrp="1" noChangeAspect="1"/>
          </p:cNvPicPr>
          <p:nvPr>
            <p:ph type="pic" sz="quarter" idx="18"/>
          </p:nvPr>
        </p:nvPicPr>
        <p:blipFill rotWithShape="1">
          <a:blip r:embed="rId5"/>
          <a:srcRect t="-12447" b="-12447"/>
          <a:stretch/>
        </p:blipFill>
        <p:spPr>
          <a:xfrm>
            <a:off x="5253126" y="1378339"/>
            <a:ext cx="1674000" cy="1672263"/>
          </a:xfrm>
        </p:spPr>
      </p:pic>
      <p:pic>
        <p:nvPicPr>
          <p:cNvPr id="20482" name="Picture 2" descr="Afbeeldingsresultaat voor R">
            <a:extLst>
              <a:ext uri="{FF2B5EF4-FFF2-40B4-BE49-F238E27FC236}">
                <a16:creationId xmlns:a16="http://schemas.microsoft.com/office/drawing/2014/main" id="{83C2D785-B42D-A54C-8BF1-7CD9CB242C4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1980810" y="3761031"/>
            <a:ext cx="299404" cy="299404"/>
          </a:xfrm>
          <a:prstGeom prst="rect">
            <a:avLst/>
          </a:prstGeom>
          <a:noFill/>
          <a:extLst>
            <a:ext uri="{909E8E84-426E-40DD-AFC4-6F175D3DCCD1}">
              <a14:hiddenFill xmlns:a14="http://schemas.microsoft.com/office/drawing/2010/main">
                <a:solidFill>
                  <a:srgbClr val="FFFFFF"/>
                </a:solidFill>
              </a14:hiddenFill>
            </a:ext>
          </a:extLst>
        </p:spPr>
      </p:pic>
      <p:sp>
        <p:nvSpPr>
          <p:cNvPr id="5" name="Tijdelijke aanduiding voor afbeelding 4">
            <a:extLst>
              <a:ext uri="{FF2B5EF4-FFF2-40B4-BE49-F238E27FC236}">
                <a16:creationId xmlns:a16="http://schemas.microsoft.com/office/drawing/2014/main" id="{86DF13A8-96A9-EF4F-8A81-711612399392}"/>
              </a:ext>
            </a:extLst>
          </p:cNvPr>
          <p:cNvSpPr>
            <a:spLocks noGrp="1"/>
          </p:cNvSpPr>
          <p:nvPr>
            <p:ph type="pic" sz="quarter" idx="12"/>
          </p:nvPr>
        </p:nvSpPr>
        <p:spPr/>
        <p:txBody>
          <a:bodyPr/>
          <a:lstStyle/>
          <a:p>
            <a:endParaRPr lang="nl-BE"/>
          </a:p>
        </p:txBody>
      </p:sp>
    </p:spTree>
    <p:extLst>
      <p:ext uri="{BB962C8B-B14F-4D97-AF65-F5344CB8AC3E}">
        <p14:creationId xmlns:p14="http://schemas.microsoft.com/office/powerpoint/2010/main" val="233711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3</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p:txBody>
          <a:bodyPr/>
          <a:lstStyle/>
          <a:p>
            <a:r>
              <a:rPr lang="nl-BE" dirty="0"/>
              <a:t>Te.   ugblik   </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6" name="Picture 2" descr="Afbeeldingsresultaat voor R">
            <a:extLst>
              <a:ext uri="{FF2B5EF4-FFF2-40B4-BE49-F238E27FC236}">
                <a16:creationId xmlns:a16="http://schemas.microsoft.com/office/drawing/2014/main" id="{E9B265D6-B5C0-9345-BB62-156CF04BDB3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7015796" y="740040"/>
            <a:ext cx="426725" cy="426725"/>
          </a:xfrm>
          <a:prstGeom prst="rect">
            <a:avLst/>
          </a:prstGeom>
          <a:noFill/>
          <a:extLst>
            <a:ext uri="{909E8E84-426E-40DD-AFC4-6F175D3DCCD1}">
              <a14:hiddenFill xmlns:a14="http://schemas.microsoft.com/office/drawing/2010/main">
                <a:solidFill>
                  <a:srgbClr val="FFFFFF"/>
                </a:solidFill>
              </a14:hiddenFill>
            </a:ext>
          </a:extLst>
        </p:spPr>
      </p:pic>
      <p:sp>
        <p:nvSpPr>
          <p:cNvPr id="8" name="Tijdelijke aanduiding voor afbeelding 7">
            <a:extLst>
              <a:ext uri="{FF2B5EF4-FFF2-40B4-BE49-F238E27FC236}">
                <a16:creationId xmlns:a16="http://schemas.microsoft.com/office/drawing/2014/main" id="{11DEC5E2-1B67-7544-8CB3-B9EC71981182}"/>
              </a:ext>
            </a:extLst>
          </p:cNvPr>
          <p:cNvSpPr>
            <a:spLocks noGrp="1"/>
          </p:cNvSpPr>
          <p:nvPr>
            <p:ph type="pic" idx="1"/>
          </p:nvPr>
        </p:nvSpPr>
        <p:spPr/>
        <p:txBody>
          <a:bodyPr/>
          <a:lstStyle/>
          <a:p>
            <a:endParaRPr lang="nl-BE"/>
          </a:p>
        </p:txBody>
      </p:sp>
    </p:spTree>
    <p:extLst>
      <p:ext uri="{BB962C8B-B14F-4D97-AF65-F5344CB8AC3E}">
        <p14:creationId xmlns:p14="http://schemas.microsoft.com/office/powerpoint/2010/main" val="245985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7A1217-D597-0542-B9E0-AE460B8ADD14}"/>
              </a:ext>
            </a:extLst>
          </p:cNvPr>
          <p:cNvSpPr>
            <a:spLocks noGrp="1"/>
          </p:cNvSpPr>
          <p:nvPr>
            <p:ph type="title"/>
          </p:nvPr>
        </p:nvSpPr>
        <p:spPr/>
        <p:txBody>
          <a:bodyPr/>
          <a:lstStyle/>
          <a:p>
            <a:r>
              <a:rPr lang="nl-BE" dirty="0"/>
              <a:t>Correlaties</a:t>
            </a:r>
          </a:p>
        </p:txBody>
      </p:sp>
      <p:sp>
        <p:nvSpPr>
          <p:cNvPr id="3" name="Tijdelijke aanduiding voor dianummer 2">
            <a:extLst>
              <a:ext uri="{FF2B5EF4-FFF2-40B4-BE49-F238E27FC236}">
                <a16:creationId xmlns:a16="http://schemas.microsoft.com/office/drawing/2014/main" id="{1C589277-70B6-2F40-BDF5-C31B24ACC0E8}"/>
              </a:ext>
            </a:extLst>
          </p:cNvPr>
          <p:cNvSpPr>
            <a:spLocks noGrp="1"/>
          </p:cNvSpPr>
          <p:nvPr>
            <p:ph type="sldNum" sz="quarter" idx="10"/>
          </p:nvPr>
        </p:nvSpPr>
        <p:spPr/>
        <p:txBody>
          <a:bodyPr/>
          <a:lstStyle/>
          <a:p>
            <a:fld id="{E038E271-308C-2E46-A3EC-56326F9084CC}" type="slidenum">
              <a:rPr lang="nl-BE" smtClean="0"/>
              <a:pPr/>
              <a:t>4</a:t>
            </a:fld>
            <a:endParaRPr lang="nl-BE" dirty="0"/>
          </a:p>
        </p:txBody>
      </p:sp>
      <p:sp>
        <p:nvSpPr>
          <p:cNvPr id="4" name="Tijdelijke aanduiding voor inhoud 3">
            <a:extLst>
              <a:ext uri="{FF2B5EF4-FFF2-40B4-BE49-F238E27FC236}">
                <a16:creationId xmlns:a16="http://schemas.microsoft.com/office/drawing/2014/main" id="{8A9F5142-B6D4-8743-92D0-A692976EADD5}"/>
              </a:ext>
            </a:extLst>
          </p:cNvPr>
          <p:cNvSpPr>
            <a:spLocks noGrp="1"/>
          </p:cNvSpPr>
          <p:nvPr>
            <p:ph idx="1"/>
          </p:nvPr>
        </p:nvSpPr>
        <p:spPr/>
        <p:txBody>
          <a:bodyPr wrap="square"/>
          <a:lstStyle/>
          <a:p>
            <a:pPr marL="0" indent="0">
              <a:buNone/>
            </a:pPr>
            <a:endParaRPr lang="nl-BE" sz="1600" dirty="0">
              <a:solidFill>
                <a:srgbClr val="1C00FF"/>
              </a:solidFill>
              <a:latin typeface="Courier New" panose="02070309020205020404" pitchFamily="49" charset="0"/>
              <a:cs typeface="Courier New" panose="02070309020205020404" pitchFamily="49" charset="0"/>
            </a:endParaRPr>
          </a:p>
          <a:p>
            <a:pPr marL="0" indent="0">
              <a:buNone/>
            </a:pPr>
            <a:endParaRPr lang="nl-BE" sz="1600" dirty="0">
              <a:solidFill>
                <a:srgbClr val="1C00FF"/>
              </a:solidFill>
              <a:latin typeface="Courier New" panose="02070309020205020404" pitchFamily="49" charset="0"/>
              <a:cs typeface="Courier New" panose="02070309020205020404" pitchFamily="49" charset="0"/>
            </a:endParaRPr>
          </a:p>
          <a:p>
            <a:pPr marL="0" indent="0">
              <a:buNone/>
            </a:pPr>
            <a:endParaRPr lang="nl-BE" sz="1600" dirty="0">
              <a:solidFill>
                <a:srgbClr val="1C00FF"/>
              </a:solidFill>
              <a:latin typeface="Courier New" panose="02070309020205020404" pitchFamily="49" charset="0"/>
              <a:cs typeface="Courier New" panose="02070309020205020404" pitchFamily="49" charset="0"/>
            </a:endParaRPr>
          </a:p>
          <a:p>
            <a:pPr marL="0" indent="0">
              <a:buNone/>
            </a:pPr>
            <a:r>
              <a:rPr lang="nl-BE" sz="1600" dirty="0">
                <a:solidFill>
                  <a:srgbClr val="1C00FF"/>
                </a:solidFill>
                <a:latin typeface="Courier New" panose="02070309020205020404" pitchFamily="49" charset="0"/>
                <a:cs typeface="Courier New" panose="02070309020205020404" pitchFamily="49" charset="0"/>
              </a:rPr>
              <a:t>&gt; library(ggplot2)  #toppakket om te plotten </a:t>
            </a:r>
          </a:p>
          <a:p>
            <a:pPr marL="0" indent="0">
              <a:buNone/>
            </a:pPr>
            <a:r>
              <a:rPr lang="nl-BE" sz="1600" dirty="0">
                <a:solidFill>
                  <a:srgbClr val="1C00FF"/>
                </a:solidFill>
                <a:latin typeface="Courier New" panose="02070309020205020404" pitchFamily="49" charset="0"/>
                <a:cs typeface="Courier New" panose="02070309020205020404" pitchFamily="49" charset="0"/>
              </a:rPr>
              <a:t>&gt; library(GGally)   #pakket nodig om deze plot te maken</a:t>
            </a:r>
          </a:p>
          <a:p>
            <a:pPr marL="0" indent="0">
              <a:buNone/>
            </a:pPr>
            <a:r>
              <a:rPr lang="nl-BE" sz="1600" dirty="0">
                <a:solidFill>
                  <a:srgbClr val="1C00FF"/>
                </a:solidFill>
                <a:latin typeface="Courier New" panose="02070309020205020404" pitchFamily="49" charset="0"/>
                <a:cs typeface="Courier New" panose="02070309020205020404" pitchFamily="49" charset="0"/>
              </a:rPr>
              <a:t>&gt; StatB_cor_data &lt;- StatistiekB[, c(4:8)]</a:t>
            </a:r>
          </a:p>
          <a:p>
            <a:pPr marL="0" indent="0">
              <a:buNone/>
            </a:pPr>
            <a:r>
              <a:rPr lang="nl-BE" sz="1600" dirty="0">
                <a:solidFill>
                  <a:srgbClr val="1C00FF"/>
                </a:solidFill>
                <a:latin typeface="Courier New" panose="02070309020205020404" pitchFamily="49" charset="0"/>
                <a:cs typeface="Courier New" panose="02070309020205020404" pitchFamily="49" charset="0"/>
              </a:rPr>
              <a:t>&gt; ggcorr(StatB_cor_data)</a:t>
            </a:r>
          </a:p>
        </p:txBody>
      </p:sp>
      <p:pic>
        <p:nvPicPr>
          <p:cNvPr id="5" name="Afbeelding 4">
            <a:extLst>
              <a:ext uri="{FF2B5EF4-FFF2-40B4-BE49-F238E27FC236}">
                <a16:creationId xmlns:a16="http://schemas.microsoft.com/office/drawing/2014/main" id="{805087BF-6186-CD4E-A896-A753C16D86E5}"/>
              </a:ext>
            </a:extLst>
          </p:cNvPr>
          <p:cNvPicPr>
            <a:picLocks noChangeAspect="1"/>
          </p:cNvPicPr>
          <p:nvPr/>
        </p:nvPicPr>
        <p:blipFill>
          <a:blip r:embed="rId3"/>
          <a:stretch>
            <a:fillRect/>
          </a:stretch>
        </p:blipFill>
        <p:spPr>
          <a:xfrm>
            <a:off x="3730752" y="3417200"/>
            <a:ext cx="6062524" cy="3287098"/>
          </a:xfrm>
          <a:prstGeom prst="rect">
            <a:avLst/>
          </a:prstGeom>
        </p:spPr>
      </p:pic>
      <p:sp>
        <p:nvSpPr>
          <p:cNvPr id="8" name="Rechthoek 7">
            <a:extLst>
              <a:ext uri="{FF2B5EF4-FFF2-40B4-BE49-F238E27FC236}">
                <a16:creationId xmlns:a16="http://schemas.microsoft.com/office/drawing/2014/main" id="{152BC1EE-3DD4-3146-8470-C3766C915C1D}"/>
              </a:ext>
            </a:extLst>
          </p:cNvPr>
          <p:cNvSpPr/>
          <p:nvPr/>
        </p:nvSpPr>
        <p:spPr bwMode="auto">
          <a:xfrm>
            <a:off x="130243" y="1269632"/>
            <a:ext cx="11929236" cy="1144956"/>
          </a:xfrm>
          <a:prstGeom prst="rect">
            <a:avLst/>
          </a:prstGeom>
          <a:solidFill>
            <a:schemeClr val="bg2"/>
          </a:solidFill>
          <a:ln w="28575">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style>
          <a:lnRef idx="2">
            <a:schemeClr val="dk1"/>
          </a:lnRef>
          <a:fillRef idx="1">
            <a:schemeClr val="lt1"/>
          </a:fillRef>
          <a:effectRef idx="0">
            <a:schemeClr val="dk1"/>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9" name="Afbeelding 8">
            <a:extLst>
              <a:ext uri="{FF2B5EF4-FFF2-40B4-BE49-F238E27FC236}">
                <a16:creationId xmlns:a16="http://schemas.microsoft.com/office/drawing/2014/main" id="{5C3E03CF-8381-424A-92B7-E3214A737283}"/>
              </a:ext>
            </a:extLst>
          </p:cNvPr>
          <p:cNvPicPr>
            <a:picLocks noChangeAspect="1"/>
          </p:cNvPicPr>
          <p:nvPr/>
        </p:nvPicPr>
        <p:blipFill>
          <a:blip r:embed="rId4"/>
          <a:stretch>
            <a:fillRect/>
          </a:stretch>
        </p:blipFill>
        <p:spPr>
          <a:xfrm>
            <a:off x="272081" y="1476602"/>
            <a:ext cx="1047751" cy="663424"/>
          </a:xfrm>
          <a:prstGeom prst="rect">
            <a:avLst/>
          </a:prstGeom>
          <a:ln>
            <a:solidFill>
              <a:schemeClr val="tx1"/>
            </a:solidFill>
          </a:ln>
        </p:spPr>
      </p:pic>
      <p:sp>
        <p:nvSpPr>
          <p:cNvPr id="10" name="Tekstvak 9">
            <a:extLst>
              <a:ext uri="{FF2B5EF4-FFF2-40B4-BE49-F238E27FC236}">
                <a16:creationId xmlns:a16="http://schemas.microsoft.com/office/drawing/2014/main" id="{3ED36A6C-B2CC-BD4A-B673-587F86CABA87}"/>
              </a:ext>
            </a:extLst>
          </p:cNvPr>
          <p:cNvSpPr txBox="1"/>
          <p:nvPr/>
        </p:nvSpPr>
        <p:spPr>
          <a:xfrm>
            <a:off x="4110182" y="1210921"/>
            <a:ext cx="7962549" cy="1225203"/>
          </a:xfrm>
          <a:prstGeom prst="rect">
            <a:avLst/>
          </a:prstGeom>
          <a:noFill/>
        </p:spPr>
        <p:txBody>
          <a:bodyPr wrap="square" lIns="0" tIns="0" rIns="0" bIns="0" rtlCol="0" anchor="ctr">
            <a:noAutofit/>
          </a:bodyPr>
          <a:lstStyle/>
          <a:p>
            <a:pPr marL="342900" indent="-342900">
              <a:buFontTx/>
              <a:buAutoNum type="alphaUcParenR"/>
            </a:pPr>
            <a:r>
              <a:rPr lang="nl-BE" sz="1600" dirty="0">
                <a:latin typeface="Gotham" panose="02000603040000020004" pitchFamily="2" charset="0"/>
                <a:ea typeface="Verdana" panose="020B0604030504040204" pitchFamily="34" charset="0"/>
                <a:cs typeface="Verdana" panose="020B0604030504040204" pitchFamily="34" charset="0"/>
              </a:rPr>
              <a:t>Op één na vinden we alle correlaties vermoedelijk ook in de populatie terug.</a:t>
            </a:r>
          </a:p>
          <a:p>
            <a:pPr marL="342900" indent="-342900">
              <a:buAutoNum type="alphaUcParenR"/>
            </a:pPr>
            <a:r>
              <a:rPr lang="nl-BE" sz="1600" dirty="0">
                <a:latin typeface="Gotham" panose="02000603040000020004" pitchFamily="2" charset="0"/>
                <a:ea typeface="Verdana" panose="020B0604030504040204" pitchFamily="34" charset="0"/>
                <a:cs typeface="Verdana" panose="020B0604030504040204" pitchFamily="34" charset="0"/>
              </a:rPr>
              <a:t>Wie meer faalangst heeft, is wel meer geïnteresseerd in statistiek (in de steekproef).</a:t>
            </a:r>
          </a:p>
          <a:p>
            <a:pPr marL="342900" indent="-342900">
              <a:buFontTx/>
              <a:buAutoNum type="alphaUcParenR"/>
            </a:pPr>
            <a:r>
              <a:rPr lang="nl-BE" sz="1600" dirty="0">
                <a:latin typeface="Gotham" panose="02000603040000020004" pitchFamily="2" charset="0"/>
                <a:ea typeface="Verdana" panose="020B0604030504040204" pitchFamily="34" charset="0"/>
                <a:cs typeface="Verdana" panose="020B0604030504040204" pitchFamily="34" charset="0"/>
              </a:rPr>
              <a:t>De sterkste samenhang is deze tussen “Resultaat” en “Autonome motivatie”.</a:t>
            </a:r>
          </a:p>
        </p:txBody>
      </p:sp>
      <p:sp>
        <p:nvSpPr>
          <p:cNvPr id="11" name="Tekstvak 10">
            <a:extLst>
              <a:ext uri="{FF2B5EF4-FFF2-40B4-BE49-F238E27FC236}">
                <a16:creationId xmlns:a16="http://schemas.microsoft.com/office/drawing/2014/main" id="{82DB6061-2969-7941-B77A-3DA4B27B7B6E}"/>
              </a:ext>
            </a:extLst>
          </p:cNvPr>
          <p:cNvSpPr txBox="1"/>
          <p:nvPr/>
        </p:nvSpPr>
        <p:spPr>
          <a:xfrm>
            <a:off x="1418917" y="1440397"/>
            <a:ext cx="2886075" cy="430581"/>
          </a:xfrm>
          <a:prstGeom prst="rect">
            <a:avLst/>
          </a:prstGeom>
          <a:noFill/>
        </p:spPr>
        <p:txBody>
          <a:bodyPr wrap="square" lIns="0" tIns="0" rIns="0" bIns="0" rtlCol="0">
            <a:noAutofit/>
          </a:bodyPr>
          <a:lstStyle/>
          <a:p>
            <a:pPr algn="l"/>
            <a:r>
              <a:rPr lang="nl-BE" sz="2500" dirty="0">
                <a:latin typeface="Gotham" panose="02000603040000020004" pitchFamily="2" charset="0"/>
                <a:ea typeface="Verdana" panose="020B0604030504040204" pitchFamily="34" charset="0"/>
                <a:cs typeface="Verdana" panose="020B0604030504040204" pitchFamily="34" charset="0"/>
              </a:rPr>
              <a:t>Welke conclusie</a:t>
            </a:r>
          </a:p>
          <a:p>
            <a:pPr algn="l"/>
            <a:r>
              <a:rPr lang="nl-BE" sz="2500" dirty="0">
                <a:latin typeface="Gotham" panose="02000603040000020004" pitchFamily="2" charset="0"/>
                <a:ea typeface="Verdana" panose="020B0604030504040204" pitchFamily="34" charset="0"/>
                <a:cs typeface="Verdana" panose="020B0604030504040204" pitchFamily="34" charset="0"/>
              </a:rPr>
              <a:t> is FOUT?</a:t>
            </a:r>
          </a:p>
        </p:txBody>
      </p:sp>
    </p:spTree>
    <p:extLst>
      <p:ext uri="{BB962C8B-B14F-4D97-AF65-F5344CB8AC3E}">
        <p14:creationId xmlns:p14="http://schemas.microsoft.com/office/powerpoint/2010/main" val="321633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5</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Model1 &lt;- lm(Resultaat ~ Autonome_mot,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-3.3142 -0.7346 -0.0244  0.7036  3.4245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2.345113   0.275843   8.502 3.43e-16 ***</a:t>
            </a:r>
          </a:p>
          <a:p>
            <a:pPr marL="0" indent="0">
              <a:buNone/>
            </a:pPr>
            <a:r>
              <a:rPr lang="nl-BE" sz="1200" b="0" dirty="0">
                <a:latin typeface="Courier New" panose="02070309020205020404" pitchFamily="49" charset="0"/>
                <a:cs typeface="Courier New" panose="02070309020205020404" pitchFamily="49" charset="0"/>
              </a:rPr>
              <a:t>Autonome_mot 0.144893   0.004531  31.979  &lt; 2e-16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 standard error: 1.006 on 414 degrees of freedom</a:t>
            </a:r>
          </a:p>
          <a:p>
            <a:pPr marL="0" indent="0">
              <a:buNone/>
            </a:pPr>
            <a:r>
              <a:rPr lang="nl-BE" sz="1200" b="0" dirty="0">
                <a:latin typeface="Courier New" panose="02070309020205020404" pitchFamily="49" charset="0"/>
                <a:cs typeface="Courier New" panose="02070309020205020404" pitchFamily="49" charset="0"/>
              </a:rPr>
              <a:t>  (84 observations deleted due to missingness)</a:t>
            </a:r>
          </a:p>
          <a:p>
            <a:pPr marL="0" indent="0">
              <a:buNone/>
            </a:pPr>
            <a:r>
              <a:rPr lang="nl-BE" sz="1200" b="0" dirty="0">
                <a:latin typeface="Courier New" panose="02070309020205020404" pitchFamily="49" charset="0"/>
                <a:cs typeface="Courier New" panose="02070309020205020404" pitchFamily="49" charset="0"/>
              </a:rPr>
              <a:t>Multiple R-squared:  0.7118,	Adjusted R-squared:  0.7111 </a:t>
            </a:r>
          </a:p>
          <a:p>
            <a:pPr marL="0" indent="0">
              <a:buNone/>
            </a:pPr>
            <a:r>
              <a:rPr lang="nl-BE" sz="1200" b="0" dirty="0">
                <a:latin typeface="Courier New" panose="02070309020205020404" pitchFamily="49" charset="0"/>
                <a:cs typeface="Courier New" panose="02070309020205020404" pitchFamily="49" charset="0"/>
              </a:rPr>
              <a:t>F-statistic:  1023 on 1 and 414 DF,  p-value: &lt; 2.2e-16</a:t>
            </a:r>
          </a:p>
        </p:txBody>
      </p:sp>
      <p:pic>
        <p:nvPicPr>
          <p:cNvPr id="5" name="Picture 2" descr="Afbeeldingsresultaat voor R">
            <a:extLst>
              <a:ext uri="{FF2B5EF4-FFF2-40B4-BE49-F238E27FC236}">
                <a16:creationId xmlns:a16="http://schemas.microsoft.com/office/drawing/2014/main" id="{946DB829-E028-2A41-BAE7-67414F2B486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5">
            <a:extLst>
              <a:ext uri="{FF2B5EF4-FFF2-40B4-BE49-F238E27FC236}">
                <a16:creationId xmlns:a16="http://schemas.microsoft.com/office/drawing/2014/main" id="{AD5E3967-7C7E-0040-9749-F6ECBA8514B0}"/>
              </a:ext>
            </a:extLst>
          </p:cNvPr>
          <p:cNvSpPr txBox="1"/>
          <p:nvPr/>
        </p:nvSpPr>
        <p:spPr>
          <a:xfrm>
            <a:off x="7705344" y="2926080"/>
            <a:ext cx="4192997" cy="816864"/>
          </a:xfrm>
          <a:prstGeom prst="rect">
            <a:avLst/>
          </a:prstGeom>
          <a:noFill/>
        </p:spPr>
        <p:txBody>
          <a:bodyPr wrap="square" lIns="0" tIns="0" rIns="0" bIns="0" rtlCol="0">
            <a:noAutofit/>
          </a:bodyPr>
          <a:lstStyle/>
          <a:p>
            <a:pPr algn="l"/>
            <a:r>
              <a:rPr lang="nl-BE" sz="2800" dirty="0">
                <a:latin typeface="Gotham" panose="02000603040000020004" pitchFamily="2" charset="0"/>
                <a:ea typeface="Verdana" panose="020B0604030504040204" pitchFamily="34" charset="0"/>
                <a:cs typeface="Verdana" panose="020B0604030504040204" pitchFamily="34" charset="0"/>
              </a:rPr>
              <a:t>Wat rapporteren?</a:t>
            </a:r>
          </a:p>
          <a:p>
            <a:pPr algn="l"/>
            <a:r>
              <a:rPr lang="nl-BE" sz="2800" dirty="0">
                <a:latin typeface="Gotham" panose="02000603040000020004" pitchFamily="2" charset="0"/>
                <a:ea typeface="Verdana" panose="020B0604030504040204" pitchFamily="34" charset="0"/>
                <a:cs typeface="Verdana" panose="020B0604030504040204" pitchFamily="34" charset="0"/>
              </a:rPr>
              <a:t>Hoe interpreteren?</a:t>
            </a:r>
          </a:p>
        </p:txBody>
      </p:sp>
    </p:spTree>
    <p:extLst>
      <p:ext uri="{BB962C8B-B14F-4D97-AF65-F5344CB8AC3E}">
        <p14:creationId xmlns:p14="http://schemas.microsoft.com/office/powerpoint/2010/main" val="1074777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a:xfrm>
            <a:off x="8909048" y="6361126"/>
            <a:ext cx="2743200" cy="365125"/>
          </a:xfrm>
        </p:spPr>
        <p:txBody>
          <a:bodyPr/>
          <a:lstStyle/>
          <a:p>
            <a:fld id="{E038E271-308C-2E46-A3EC-56326F9084CC}" type="slidenum">
              <a:rPr lang="nl-BE" smtClean="0"/>
              <a:pPr/>
              <a:t>6</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Model1 &lt;- lm(Resultaat ~ Autonome_mot,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-3.3142 -0.7346 -0.0244  0.7036  3.4245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dirty="0">
                <a:solidFill>
                  <a:srgbClr val="00B050"/>
                </a:solidFill>
                <a:latin typeface="Courier New" panose="02070309020205020404" pitchFamily="49" charset="0"/>
                <a:cs typeface="Courier New" panose="02070309020205020404" pitchFamily="49" charset="0"/>
              </a:rPr>
              <a:t>(Intercept)  </a:t>
            </a:r>
            <a:r>
              <a:rPr lang="nl-BE" sz="1200" dirty="0">
                <a:solidFill>
                  <a:srgbClr val="C00000"/>
                </a:solidFill>
                <a:latin typeface="Courier New" panose="02070309020205020404" pitchFamily="49" charset="0"/>
                <a:cs typeface="Courier New" panose="02070309020205020404" pitchFamily="49" charset="0"/>
              </a:rPr>
              <a:t>2.345113</a:t>
            </a:r>
            <a:r>
              <a:rPr lang="nl-BE" sz="1200" dirty="0">
                <a:latin typeface="Courier New" panose="02070309020205020404" pitchFamily="49" charset="0"/>
                <a:cs typeface="Courier New" panose="02070309020205020404" pitchFamily="49" charset="0"/>
              </a:rPr>
              <a:t>   </a:t>
            </a:r>
            <a:r>
              <a:rPr lang="nl-BE" sz="1200" b="0" dirty="0">
                <a:latin typeface="Courier New" panose="02070309020205020404" pitchFamily="49" charset="0"/>
                <a:cs typeface="Courier New" panose="02070309020205020404" pitchFamily="49" charset="0"/>
              </a:rPr>
              <a:t>0.275843   8.502 </a:t>
            </a:r>
            <a:r>
              <a:rPr lang="nl-BE" sz="1200" dirty="0">
                <a:solidFill>
                  <a:srgbClr val="00B050"/>
                </a:solidFill>
                <a:latin typeface="Courier New" panose="02070309020205020404" pitchFamily="49" charset="0"/>
                <a:cs typeface="Courier New" panose="02070309020205020404" pitchFamily="49" charset="0"/>
              </a:rPr>
              <a:t>3.43e-16 ***</a:t>
            </a:r>
          </a:p>
          <a:p>
            <a:pPr marL="0" indent="0">
              <a:buNone/>
            </a:pPr>
            <a:r>
              <a:rPr lang="nl-BE" sz="1200" dirty="0">
                <a:solidFill>
                  <a:srgbClr val="00B050"/>
                </a:solidFill>
                <a:latin typeface="Courier New" panose="02070309020205020404" pitchFamily="49" charset="0"/>
                <a:cs typeface="Courier New" panose="02070309020205020404" pitchFamily="49" charset="0"/>
              </a:rPr>
              <a:t>Autonome_mot </a:t>
            </a:r>
            <a:r>
              <a:rPr lang="nl-BE" sz="1200" dirty="0">
                <a:solidFill>
                  <a:srgbClr val="C00000"/>
                </a:solidFill>
                <a:latin typeface="Courier New" panose="02070309020205020404" pitchFamily="49" charset="0"/>
                <a:cs typeface="Courier New" panose="02070309020205020404" pitchFamily="49" charset="0"/>
              </a:rPr>
              <a:t>0.144893</a:t>
            </a:r>
            <a:r>
              <a:rPr lang="nl-BE" sz="1200" dirty="0">
                <a:solidFill>
                  <a:srgbClr val="00B050"/>
                </a:solidFill>
                <a:latin typeface="Courier New" panose="02070309020205020404" pitchFamily="49" charset="0"/>
                <a:cs typeface="Courier New" panose="02070309020205020404" pitchFamily="49" charset="0"/>
              </a:rPr>
              <a:t>   </a:t>
            </a:r>
            <a:r>
              <a:rPr lang="nl-BE" sz="1200" b="0" dirty="0">
                <a:latin typeface="Courier New" panose="02070309020205020404" pitchFamily="49" charset="0"/>
                <a:cs typeface="Courier New" panose="02070309020205020404" pitchFamily="49" charset="0"/>
              </a:rPr>
              <a:t>0.004531  31.979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 standard error: 1.006 on 414 degrees of freedom</a:t>
            </a:r>
          </a:p>
          <a:p>
            <a:pPr marL="0" indent="0">
              <a:buNone/>
            </a:pPr>
            <a:r>
              <a:rPr lang="nl-BE" sz="1200" b="0" dirty="0">
                <a:latin typeface="Courier New" panose="02070309020205020404" pitchFamily="49" charset="0"/>
                <a:cs typeface="Courier New" panose="02070309020205020404" pitchFamily="49" charset="0"/>
              </a:rPr>
              <a:t>  (84 observations deleted due to missingness)</a:t>
            </a:r>
          </a:p>
          <a:p>
            <a:pPr marL="0" indent="0">
              <a:buNone/>
            </a:pPr>
            <a:r>
              <a:rPr lang="nl-BE" sz="1200" b="0" dirty="0">
                <a:latin typeface="Courier New" panose="02070309020205020404" pitchFamily="49" charset="0"/>
                <a:cs typeface="Courier New" panose="02070309020205020404" pitchFamily="49" charset="0"/>
              </a:rPr>
              <a:t>Multiple R-squared:  0.7118,	</a:t>
            </a:r>
            <a:r>
              <a:rPr lang="nl-BE" sz="1200" dirty="0">
                <a:solidFill>
                  <a:srgbClr val="00B050"/>
                </a:solidFill>
                <a:latin typeface="Courier New" panose="02070309020205020404" pitchFamily="49" charset="0"/>
                <a:cs typeface="Courier New" panose="02070309020205020404" pitchFamily="49" charset="0"/>
              </a:rPr>
              <a:t>Adjusted R-squared:  </a:t>
            </a:r>
            <a:r>
              <a:rPr lang="nl-BE" sz="1200" dirty="0">
                <a:solidFill>
                  <a:srgbClr val="C00000"/>
                </a:solidFill>
                <a:latin typeface="Courier New" panose="02070309020205020404" pitchFamily="49" charset="0"/>
                <a:cs typeface="Courier New" panose="02070309020205020404" pitchFamily="49" charset="0"/>
              </a:rPr>
              <a:t>0.7111</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F-statistic:  1023 on 1 and 414 DF,  </a:t>
            </a:r>
            <a:r>
              <a:rPr lang="nl-BE" sz="1200" dirty="0">
                <a:solidFill>
                  <a:srgbClr val="00B050"/>
                </a:solidFill>
                <a:latin typeface="Courier New" panose="02070309020205020404" pitchFamily="49" charset="0"/>
                <a:cs typeface="Courier New" panose="02070309020205020404" pitchFamily="49" charset="0"/>
              </a:rPr>
              <a:t>p-value:</a:t>
            </a:r>
            <a:r>
              <a:rPr lang="nl-BE" sz="1200" b="0" dirty="0">
                <a:solidFill>
                  <a:srgbClr val="00B050"/>
                </a:solidFill>
                <a:latin typeface="Courier New" panose="02070309020205020404" pitchFamily="49" charset="0"/>
                <a:cs typeface="Courier New" panose="02070309020205020404" pitchFamily="49" charset="0"/>
              </a:rPr>
              <a:t> </a:t>
            </a:r>
            <a:r>
              <a:rPr lang="nl-BE" sz="1200" dirty="0">
                <a:solidFill>
                  <a:srgbClr val="00B050"/>
                </a:solidFill>
                <a:latin typeface="Courier New" panose="02070309020205020404" pitchFamily="49" charset="0"/>
                <a:cs typeface="Courier New" panose="02070309020205020404" pitchFamily="49" charset="0"/>
              </a:rPr>
              <a:t>&lt; 2.2e-16</a:t>
            </a:r>
          </a:p>
        </p:txBody>
      </p:sp>
      <p:pic>
        <p:nvPicPr>
          <p:cNvPr id="5" name="Picture 2" descr="Afbeeldingsresultaat voor R">
            <a:extLst>
              <a:ext uri="{FF2B5EF4-FFF2-40B4-BE49-F238E27FC236}">
                <a16:creationId xmlns:a16="http://schemas.microsoft.com/office/drawing/2014/main" id="{946DB829-E028-2A41-BAE7-67414F2B486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2C0E203C-D6B4-3022-82BE-5C5C1506EA05}"/>
                  </a:ext>
                </a:extLst>
              </p:cNvPr>
              <p:cNvSpPr txBox="1"/>
              <p:nvPr/>
            </p:nvSpPr>
            <p:spPr>
              <a:xfrm>
                <a:off x="7035801" y="1579700"/>
                <a:ext cx="6096000" cy="383503"/>
              </a:xfrm>
              <a:prstGeom prst="rect">
                <a:avLst/>
              </a:prstGeom>
              <a:noFill/>
            </p:spPr>
            <p:txBody>
              <a:bodyPr wrap="square">
                <a:spAutoFit/>
              </a:bodyPr>
              <a:lstStyle/>
              <a:p>
                <a:r>
                  <a:rPr lang="nl-BE" b="0" dirty="0"/>
                  <a:t>P(t-waarde|</a:t>
                </a:r>
                <a14:m>
                  <m:oMath xmlns:m="http://schemas.openxmlformats.org/officeDocument/2006/math">
                    <m:sSub>
                      <m:sSubPr>
                        <m:ctrlPr>
                          <a:rPr lang="nl-BE" b="0" i="1" smtClean="0">
                            <a:latin typeface="Cambria Math" panose="02040503050406030204" pitchFamily="18" charset="0"/>
                          </a:rPr>
                        </m:ctrlPr>
                      </m:sSubPr>
                      <m:e>
                        <m:r>
                          <m:rPr>
                            <m:nor/>
                          </m:rPr>
                          <a:rPr lang="nl-BE" b="0" i="0" smtClean="0">
                            <a:latin typeface="Cambria Math" panose="02040503050406030204" pitchFamily="18" charset="0"/>
                          </a:rPr>
                          <m:t>H</m:t>
                        </m:r>
                      </m:e>
                      <m:sub>
                        <m:r>
                          <m:rPr>
                            <m:nor/>
                          </m:rPr>
                          <a:rPr lang="nl-BE" b="0" i="0" smtClean="0">
                            <a:latin typeface="Cambria Math" panose="02040503050406030204" pitchFamily="18" charset="0"/>
                          </a:rPr>
                          <m:t>0</m:t>
                        </m:r>
                      </m:sub>
                    </m:sSub>
                  </m:oMath>
                </a14:m>
                <a:r>
                  <a:rPr lang="nl-BE" b="0" dirty="0"/>
                  <a:t> waar is) </a:t>
                </a:r>
                <a:endParaRPr lang="nl-BE" dirty="0"/>
              </a:p>
            </p:txBody>
          </p:sp>
        </mc:Choice>
        <mc:Fallback xmlns="">
          <p:sp>
            <p:nvSpPr>
              <p:cNvPr id="11" name="Tekstvak 10">
                <a:extLst>
                  <a:ext uri="{FF2B5EF4-FFF2-40B4-BE49-F238E27FC236}">
                    <a16:creationId xmlns:a16="http://schemas.microsoft.com/office/drawing/2014/main" id="{2C0E203C-D6B4-3022-82BE-5C5C1506EA05}"/>
                  </a:ext>
                </a:extLst>
              </p:cNvPr>
              <p:cNvSpPr txBox="1">
                <a:spLocks noRot="1" noChangeAspect="1" noMove="1" noResize="1" noEditPoints="1" noAdjustHandles="1" noChangeArrowheads="1" noChangeShapeType="1" noTextEdit="1"/>
              </p:cNvSpPr>
              <p:nvPr/>
            </p:nvSpPr>
            <p:spPr>
              <a:xfrm>
                <a:off x="7035801" y="1579700"/>
                <a:ext cx="6096000" cy="383503"/>
              </a:xfrm>
              <a:prstGeom prst="rect">
                <a:avLst/>
              </a:prstGeom>
              <a:blipFill>
                <a:blip r:embed="rId5"/>
                <a:stretch>
                  <a:fillRect l="-800" t="-9524" b="-1904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2" name="Tekstvak 11">
                <a:extLst>
                  <a:ext uri="{FF2B5EF4-FFF2-40B4-BE49-F238E27FC236}">
                    <a16:creationId xmlns:a16="http://schemas.microsoft.com/office/drawing/2014/main" id="{418F60B9-603B-929E-2250-DC3B034B09D0}"/>
                  </a:ext>
                </a:extLst>
              </p:cNvPr>
              <p:cNvSpPr txBox="1"/>
              <p:nvPr/>
            </p:nvSpPr>
            <p:spPr>
              <a:xfrm>
                <a:off x="7035801" y="3394591"/>
                <a:ext cx="6096000" cy="383503"/>
              </a:xfrm>
              <a:prstGeom prst="rect">
                <a:avLst/>
              </a:prstGeom>
              <a:noFill/>
            </p:spPr>
            <p:txBody>
              <a:bodyPr wrap="square">
                <a:spAutoFit/>
              </a:bodyPr>
              <a:lstStyle/>
              <a:p>
                <a:r>
                  <a:rPr lang="nl-BE" b="0" dirty="0"/>
                  <a:t>P(t-waarde|</a:t>
                </a:r>
                <a:r>
                  <a:rPr lang="nl-BE" dirty="0"/>
                  <a:t> </a:t>
                </a:r>
                <a14:m>
                  <m:oMath xmlns:m="http://schemas.openxmlformats.org/officeDocument/2006/math">
                    <m:sSub>
                      <m:sSubPr>
                        <m:ctrlPr>
                          <a:rPr lang="nl-BE" i="1">
                            <a:latin typeface="Cambria Math" panose="02040503050406030204" pitchFamily="18" charset="0"/>
                          </a:rPr>
                        </m:ctrlPr>
                      </m:sSubPr>
                      <m:e>
                        <m:r>
                          <m:rPr>
                            <m:nor/>
                          </m:rPr>
                          <a:rPr lang="nl-BE">
                            <a:latin typeface="Cambria Math" panose="02040503050406030204" pitchFamily="18" charset="0"/>
                          </a:rPr>
                          <m:t>H</m:t>
                        </m:r>
                      </m:e>
                      <m:sub>
                        <m:r>
                          <m:rPr>
                            <m:nor/>
                          </m:rPr>
                          <a:rPr lang="nl-BE">
                            <a:latin typeface="Cambria Math" panose="02040503050406030204" pitchFamily="18" charset="0"/>
                          </a:rPr>
                          <m:t>0</m:t>
                        </m:r>
                      </m:sub>
                    </m:sSub>
                  </m:oMath>
                </a14:m>
                <a:r>
                  <a:rPr lang="nl-BE" b="0" dirty="0"/>
                  <a:t> waar is) </a:t>
                </a:r>
                <a:endParaRPr lang="nl-BE" dirty="0"/>
              </a:p>
            </p:txBody>
          </p:sp>
        </mc:Choice>
        <mc:Fallback xmlns="">
          <p:sp>
            <p:nvSpPr>
              <p:cNvPr id="12" name="Tekstvak 11">
                <a:extLst>
                  <a:ext uri="{FF2B5EF4-FFF2-40B4-BE49-F238E27FC236}">
                    <a16:creationId xmlns:a16="http://schemas.microsoft.com/office/drawing/2014/main" id="{418F60B9-603B-929E-2250-DC3B034B09D0}"/>
                  </a:ext>
                </a:extLst>
              </p:cNvPr>
              <p:cNvSpPr txBox="1">
                <a:spLocks noRot="1" noChangeAspect="1" noMove="1" noResize="1" noEditPoints="1" noAdjustHandles="1" noChangeArrowheads="1" noChangeShapeType="1" noTextEdit="1"/>
              </p:cNvSpPr>
              <p:nvPr/>
            </p:nvSpPr>
            <p:spPr>
              <a:xfrm>
                <a:off x="7035801" y="3394591"/>
                <a:ext cx="6096000" cy="383503"/>
              </a:xfrm>
              <a:prstGeom prst="rect">
                <a:avLst/>
              </a:prstGeom>
              <a:blipFill>
                <a:blip r:embed="rId6"/>
                <a:stretch>
                  <a:fillRect l="-800" t="-11111" b="-1904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3" name="Tekstvak 12">
                <a:extLst>
                  <a:ext uri="{FF2B5EF4-FFF2-40B4-BE49-F238E27FC236}">
                    <a16:creationId xmlns:a16="http://schemas.microsoft.com/office/drawing/2014/main" id="{50FD1D04-3B81-AB59-38A3-17DF24958EE3}"/>
                  </a:ext>
                </a:extLst>
              </p:cNvPr>
              <p:cNvSpPr txBox="1"/>
              <p:nvPr/>
            </p:nvSpPr>
            <p:spPr>
              <a:xfrm>
                <a:off x="7035801" y="5128275"/>
                <a:ext cx="6096000" cy="383503"/>
              </a:xfrm>
              <a:prstGeom prst="rect">
                <a:avLst/>
              </a:prstGeom>
              <a:noFill/>
            </p:spPr>
            <p:txBody>
              <a:bodyPr wrap="square">
                <a:spAutoFit/>
              </a:bodyPr>
              <a:lstStyle/>
              <a:p>
                <a:r>
                  <a:rPr lang="nl-BE" b="0" dirty="0"/>
                  <a:t>P(</a:t>
                </a:r>
                <a:r>
                  <a:rPr lang="nl-BE" b="0" dirty="0" err="1"/>
                  <a:t>F-waarde</a:t>
                </a:r>
                <a:r>
                  <a:rPr lang="nl-BE" b="0" dirty="0"/>
                  <a:t>(</a:t>
                </a:r>
                <a:r>
                  <a:rPr lang="nl-BE" b="0" dirty="0" err="1"/>
                  <a:t>df</a:t>
                </a:r>
                <a:r>
                  <a:rPr lang="nl-BE" b="0" dirty="0"/>
                  <a:t>)|</a:t>
                </a:r>
                <a:r>
                  <a:rPr lang="nl-BE" dirty="0"/>
                  <a:t> </a:t>
                </a:r>
                <a14:m>
                  <m:oMath xmlns:m="http://schemas.openxmlformats.org/officeDocument/2006/math">
                    <m:sSub>
                      <m:sSubPr>
                        <m:ctrlPr>
                          <a:rPr lang="nl-BE" i="1">
                            <a:latin typeface="Cambria Math" panose="02040503050406030204" pitchFamily="18" charset="0"/>
                          </a:rPr>
                        </m:ctrlPr>
                      </m:sSubPr>
                      <m:e>
                        <m:r>
                          <m:rPr>
                            <m:nor/>
                          </m:rPr>
                          <a:rPr lang="nl-BE">
                            <a:latin typeface="Cambria Math" panose="02040503050406030204" pitchFamily="18" charset="0"/>
                          </a:rPr>
                          <m:t>H</m:t>
                        </m:r>
                      </m:e>
                      <m:sub>
                        <m:r>
                          <m:rPr>
                            <m:nor/>
                          </m:rPr>
                          <a:rPr lang="nl-BE">
                            <a:latin typeface="Cambria Math" panose="02040503050406030204" pitchFamily="18" charset="0"/>
                          </a:rPr>
                          <m:t>0</m:t>
                        </m:r>
                      </m:sub>
                    </m:sSub>
                  </m:oMath>
                </a14:m>
                <a:r>
                  <a:rPr lang="nl-BE" b="0" dirty="0"/>
                  <a:t> waar is) </a:t>
                </a:r>
                <a:endParaRPr lang="nl-BE" dirty="0"/>
              </a:p>
            </p:txBody>
          </p:sp>
        </mc:Choice>
        <mc:Fallback xmlns="">
          <p:sp>
            <p:nvSpPr>
              <p:cNvPr id="13" name="Tekstvak 12">
                <a:extLst>
                  <a:ext uri="{FF2B5EF4-FFF2-40B4-BE49-F238E27FC236}">
                    <a16:creationId xmlns:a16="http://schemas.microsoft.com/office/drawing/2014/main" id="{50FD1D04-3B81-AB59-38A3-17DF24958EE3}"/>
                  </a:ext>
                </a:extLst>
              </p:cNvPr>
              <p:cNvSpPr txBox="1">
                <a:spLocks noRot="1" noChangeAspect="1" noMove="1" noResize="1" noEditPoints="1" noAdjustHandles="1" noChangeArrowheads="1" noChangeShapeType="1" noTextEdit="1"/>
              </p:cNvSpPr>
              <p:nvPr/>
            </p:nvSpPr>
            <p:spPr>
              <a:xfrm>
                <a:off x="7035801" y="5128275"/>
                <a:ext cx="6096000" cy="383503"/>
              </a:xfrm>
              <a:prstGeom prst="rect">
                <a:avLst/>
              </a:prstGeom>
              <a:blipFill>
                <a:blip r:embed="rId7"/>
                <a:stretch>
                  <a:fillRect l="-800" t="-9524" b="-1904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4" name="Tekstvak 13">
                <a:extLst>
                  <a:ext uri="{FF2B5EF4-FFF2-40B4-BE49-F238E27FC236}">
                    <a16:creationId xmlns:a16="http://schemas.microsoft.com/office/drawing/2014/main" id="{6FA3D66A-C2B8-B5B2-BDEC-ABF90B2472BC}"/>
                  </a:ext>
                </a:extLst>
              </p:cNvPr>
              <p:cNvSpPr txBox="1"/>
              <p:nvPr/>
            </p:nvSpPr>
            <p:spPr>
              <a:xfrm>
                <a:off x="7035801" y="1943185"/>
                <a:ext cx="6096000" cy="1214500"/>
              </a:xfrm>
              <a:prstGeom prst="rect">
                <a:avLst/>
              </a:prstGeom>
              <a:noFill/>
            </p:spPr>
            <p:txBody>
              <a:bodyPr wrap="square">
                <a:spAutoFit/>
              </a:bodyPr>
              <a:lstStyle/>
              <a:p>
                <a14:m>
                  <m:oMath xmlns:m="http://schemas.openxmlformats.org/officeDocument/2006/math">
                    <m:sSub>
                      <m:sSubPr>
                        <m:ctrlPr>
                          <a:rPr lang="nl-BE" b="1" i="1" smtClean="0">
                            <a:solidFill>
                              <a:schemeClr val="tx1"/>
                            </a:solidFill>
                            <a:latin typeface="Cambria Math" panose="02040503050406030204" pitchFamily="18" charset="0"/>
                          </a:rPr>
                        </m:ctrlPr>
                      </m:sSubPr>
                      <m:e>
                        <m:r>
                          <m:rPr>
                            <m:nor/>
                          </m:rPr>
                          <a:rPr lang="nl-BE" b="1">
                            <a:solidFill>
                              <a:schemeClr val="tx1"/>
                            </a:solidFill>
                            <a:latin typeface="Cambria Math" panose="02040503050406030204" pitchFamily="18" charset="0"/>
                          </a:rPr>
                          <m:t>H</m:t>
                        </m:r>
                      </m:e>
                      <m:sub>
                        <m:r>
                          <m:rPr>
                            <m:nor/>
                          </m:rPr>
                          <a:rPr lang="nl-BE" b="1">
                            <a:solidFill>
                              <a:schemeClr val="tx1"/>
                            </a:solidFill>
                            <a:latin typeface="Cambria Math" panose="02040503050406030204" pitchFamily="18" charset="0"/>
                          </a:rPr>
                          <m:t>0</m:t>
                        </m:r>
                      </m:sub>
                    </m:sSub>
                    <m:r>
                      <a:rPr lang="nl-BE" b="1" i="0" smtClean="0">
                        <a:solidFill>
                          <a:schemeClr val="tx1"/>
                        </a:solidFill>
                        <a:latin typeface="Cambria Math" panose="02040503050406030204" pitchFamily="18" charset="0"/>
                      </a:rPr>
                      <m:t>: </m:t>
                    </m:r>
                  </m:oMath>
                </a14:m>
                <a:r>
                  <a:rPr lang="nl-BE" b="0" dirty="0" err="1"/>
                  <a:t>intercept</a:t>
                </a:r>
                <a:r>
                  <a:rPr lang="nl-BE" b="0" dirty="0"/>
                  <a:t> = 0 in de populatie</a:t>
                </a:r>
                <a:br>
                  <a:rPr lang="nl-BE" b="0" dirty="0"/>
                </a:br>
                <a:r>
                  <a:rPr lang="nl-BE" b="0" dirty="0"/>
                  <a:t>m.a.w. indien er 0 wordt gescoord op autonome motivatie bedraagt de verwachte score </a:t>
                </a:r>
                <a:br>
                  <a:rPr lang="nl-BE" b="0" dirty="0"/>
                </a:br>
                <a:r>
                  <a:rPr lang="nl-BE" b="0" dirty="0"/>
                  <a:t>voor statistiek 0 in de populatie </a:t>
                </a:r>
                <a:endParaRPr lang="nl-BE" dirty="0"/>
              </a:p>
            </p:txBody>
          </p:sp>
        </mc:Choice>
        <mc:Fallback xmlns="">
          <p:sp>
            <p:nvSpPr>
              <p:cNvPr id="14" name="Tekstvak 13">
                <a:extLst>
                  <a:ext uri="{FF2B5EF4-FFF2-40B4-BE49-F238E27FC236}">
                    <a16:creationId xmlns:a16="http://schemas.microsoft.com/office/drawing/2014/main" id="{6FA3D66A-C2B8-B5B2-BDEC-ABF90B2472BC}"/>
                  </a:ext>
                </a:extLst>
              </p:cNvPr>
              <p:cNvSpPr txBox="1">
                <a:spLocks noRot="1" noChangeAspect="1" noMove="1" noResize="1" noEditPoints="1" noAdjustHandles="1" noChangeArrowheads="1" noChangeShapeType="1" noTextEdit="1"/>
              </p:cNvSpPr>
              <p:nvPr/>
            </p:nvSpPr>
            <p:spPr>
              <a:xfrm>
                <a:off x="7035801" y="1943185"/>
                <a:ext cx="6096000" cy="1214500"/>
              </a:xfrm>
              <a:prstGeom prst="rect">
                <a:avLst/>
              </a:prstGeom>
              <a:blipFill>
                <a:blip r:embed="rId8"/>
                <a:stretch>
                  <a:fillRect l="-800" t="-3518" b="-7035"/>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6" name="Tekstvak 15">
                <a:extLst>
                  <a:ext uri="{FF2B5EF4-FFF2-40B4-BE49-F238E27FC236}">
                    <a16:creationId xmlns:a16="http://schemas.microsoft.com/office/drawing/2014/main" id="{704C77E7-3315-985F-7EB4-18E2F812D6E7}"/>
                  </a:ext>
                </a:extLst>
              </p:cNvPr>
              <p:cNvSpPr txBox="1"/>
              <p:nvPr/>
            </p:nvSpPr>
            <p:spPr>
              <a:xfrm>
                <a:off x="7035801" y="3792814"/>
                <a:ext cx="6096000" cy="1214500"/>
              </a:xfrm>
              <a:prstGeom prst="rect">
                <a:avLst/>
              </a:prstGeom>
              <a:noFill/>
            </p:spPr>
            <p:txBody>
              <a:bodyPr wrap="square">
                <a:spAutoFit/>
              </a:bodyPr>
              <a:lstStyle/>
              <a:p>
                <a14:m>
                  <m:oMath xmlns:m="http://schemas.openxmlformats.org/officeDocument/2006/math">
                    <m:sSub>
                      <m:sSubPr>
                        <m:ctrlPr>
                          <a:rPr lang="nl-BE" b="1" i="1" smtClean="0">
                            <a:solidFill>
                              <a:schemeClr val="tx1"/>
                            </a:solidFill>
                            <a:latin typeface="Cambria Math" panose="02040503050406030204" pitchFamily="18" charset="0"/>
                          </a:rPr>
                        </m:ctrlPr>
                      </m:sSubPr>
                      <m:e>
                        <m:r>
                          <m:rPr>
                            <m:nor/>
                          </m:rPr>
                          <a:rPr lang="nl-BE" b="1">
                            <a:solidFill>
                              <a:schemeClr val="tx1"/>
                            </a:solidFill>
                            <a:latin typeface="Cambria Math" panose="02040503050406030204" pitchFamily="18" charset="0"/>
                          </a:rPr>
                          <m:t>H</m:t>
                        </m:r>
                      </m:e>
                      <m:sub>
                        <m:r>
                          <m:rPr>
                            <m:nor/>
                          </m:rPr>
                          <a:rPr lang="nl-BE" b="1">
                            <a:solidFill>
                              <a:schemeClr val="tx1"/>
                            </a:solidFill>
                            <a:latin typeface="Cambria Math" panose="02040503050406030204" pitchFamily="18" charset="0"/>
                          </a:rPr>
                          <m:t>0</m:t>
                        </m:r>
                      </m:sub>
                    </m:sSub>
                    <m:r>
                      <a:rPr lang="nl-BE" b="0" i="0" smtClean="0">
                        <a:latin typeface="Cambria Math" panose="02040503050406030204" pitchFamily="18" charset="0"/>
                      </a:rPr>
                      <m:t>: </m:t>
                    </m:r>
                  </m:oMath>
                </a14:m>
                <a:r>
                  <a:rPr lang="nl-BE" dirty="0" err="1"/>
                  <a:t>Autonome_mot</a:t>
                </a:r>
                <a:r>
                  <a:rPr lang="nl-BE" dirty="0"/>
                  <a:t> </a:t>
                </a:r>
                <a:r>
                  <a:rPr lang="nl-BE" b="0" dirty="0"/>
                  <a:t>= 0 in de populatie</a:t>
                </a:r>
                <a:br>
                  <a:rPr lang="nl-BE" b="0" dirty="0"/>
                </a:br>
                <a:r>
                  <a:rPr lang="nl-BE" b="0" dirty="0"/>
                  <a:t>m.a.w. er is geen effect van autonome </a:t>
                </a:r>
                <a:br>
                  <a:rPr lang="nl-BE" b="0" dirty="0"/>
                </a:br>
                <a:r>
                  <a:rPr lang="nl-BE" b="0" dirty="0"/>
                  <a:t>motivatie op resultaat voor wiskunde</a:t>
                </a:r>
                <a:br>
                  <a:rPr lang="nl-BE" b="0" dirty="0"/>
                </a:br>
                <a:r>
                  <a:rPr lang="nl-BE" b="0" dirty="0"/>
                  <a:t>in de populatie </a:t>
                </a:r>
                <a:endParaRPr lang="nl-BE" dirty="0"/>
              </a:p>
            </p:txBody>
          </p:sp>
        </mc:Choice>
        <mc:Fallback xmlns="">
          <p:sp>
            <p:nvSpPr>
              <p:cNvPr id="16" name="Tekstvak 15">
                <a:extLst>
                  <a:ext uri="{FF2B5EF4-FFF2-40B4-BE49-F238E27FC236}">
                    <a16:creationId xmlns:a16="http://schemas.microsoft.com/office/drawing/2014/main" id="{704C77E7-3315-985F-7EB4-18E2F812D6E7}"/>
                  </a:ext>
                </a:extLst>
              </p:cNvPr>
              <p:cNvSpPr txBox="1">
                <a:spLocks noRot="1" noChangeAspect="1" noMove="1" noResize="1" noEditPoints="1" noAdjustHandles="1" noChangeArrowheads="1" noChangeShapeType="1" noTextEdit="1"/>
              </p:cNvSpPr>
              <p:nvPr/>
            </p:nvSpPr>
            <p:spPr>
              <a:xfrm>
                <a:off x="7035801" y="3792814"/>
                <a:ext cx="6096000" cy="1214500"/>
              </a:xfrm>
              <a:prstGeom prst="rect">
                <a:avLst/>
              </a:prstGeom>
              <a:blipFill>
                <a:blip r:embed="rId9"/>
                <a:stretch>
                  <a:fillRect l="-800" t="-3015" b="-7035"/>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9" name="Tekstvak 18">
                <a:extLst>
                  <a:ext uri="{FF2B5EF4-FFF2-40B4-BE49-F238E27FC236}">
                    <a16:creationId xmlns:a16="http://schemas.microsoft.com/office/drawing/2014/main" id="{7E90BB5D-6090-9180-58D3-06A4ACB01F12}"/>
                  </a:ext>
                </a:extLst>
              </p:cNvPr>
              <p:cNvSpPr txBox="1"/>
              <p:nvPr/>
            </p:nvSpPr>
            <p:spPr>
              <a:xfrm>
                <a:off x="7035801" y="5531373"/>
                <a:ext cx="6096000" cy="1214500"/>
              </a:xfrm>
              <a:prstGeom prst="rect">
                <a:avLst/>
              </a:prstGeom>
              <a:noFill/>
            </p:spPr>
            <p:txBody>
              <a:bodyPr wrap="square">
                <a:spAutoFit/>
              </a:bodyPr>
              <a:lstStyle/>
              <a:p>
                <a14:m>
                  <m:oMath xmlns:m="http://schemas.openxmlformats.org/officeDocument/2006/math">
                    <m:sSub>
                      <m:sSubPr>
                        <m:ctrlPr>
                          <a:rPr lang="nl-BE" b="1" i="1" smtClean="0">
                            <a:solidFill>
                              <a:schemeClr val="tx1"/>
                            </a:solidFill>
                            <a:latin typeface="Cambria Math" panose="02040503050406030204" pitchFamily="18" charset="0"/>
                          </a:rPr>
                        </m:ctrlPr>
                      </m:sSubPr>
                      <m:e>
                        <m:r>
                          <m:rPr>
                            <m:nor/>
                          </m:rPr>
                          <a:rPr lang="nl-BE" b="1">
                            <a:solidFill>
                              <a:schemeClr val="tx1"/>
                            </a:solidFill>
                            <a:latin typeface="Cambria Math" panose="02040503050406030204" pitchFamily="18" charset="0"/>
                          </a:rPr>
                          <m:t>H</m:t>
                        </m:r>
                      </m:e>
                      <m:sub>
                        <m:r>
                          <m:rPr>
                            <m:nor/>
                          </m:rPr>
                          <a:rPr lang="nl-BE" b="1">
                            <a:solidFill>
                              <a:schemeClr val="tx1"/>
                            </a:solidFill>
                            <a:latin typeface="Cambria Math" panose="02040503050406030204" pitchFamily="18" charset="0"/>
                          </a:rPr>
                          <m:t>0</m:t>
                        </m:r>
                      </m:sub>
                    </m:sSub>
                    <m:r>
                      <a:rPr lang="nl-BE" b="0" i="0" smtClean="0">
                        <a:solidFill>
                          <a:schemeClr val="tx1"/>
                        </a:solidFill>
                        <a:latin typeface="Cambria Math" panose="02040503050406030204" pitchFamily="18" charset="0"/>
                      </a:rPr>
                      <m:t>:</m:t>
                    </m:r>
                    <m:r>
                      <a:rPr lang="nl-BE" b="0" i="0" smtClean="0">
                        <a:latin typeface="Cambria Math" panose="02040503050406030204" pitchFamily="18" charset="0"/>
                      </a:rPr>
                      <m:t> </m:t>
                    </m:r>
                  </m:oMath>
                </a14:m>
                <a:r>
                  <a:rPr lang="nl-BE" b="0" dirty="0" err="1"/>
                  <a:t>Nulmodel</a:t>
                </a:r>
                <a:r>
                  <a:rPr lang="nl-BE" b="0" dirty="0"/>
                  <a:t> is het beste model in de populatie</a:t>
                </a:r>
                <a:br>
                  <a:rPr lang="nl-BE" b="0" dirty="0"/>
                </a:br>
                <a:r>
                  <a:rPr lang="nl-BE" b="0" dirty="0"/>
                  <a:t>m.a.w. het model met enkel de afhankelijk</a:t>
                </a:r>
                <a:br>
                  <a:rPr lang="nl-BE" b="0" dirty="0"/>
                </a:br>
                <a:r>
                  <a:rPr lang="nl-BE" b="0" dirty="0"/>
                  <a:t>variabele (Resultaat) </a:t>
                </a:r>
                <a:r>
                  <a:rPr lang="nl-BE" b="0" u="sng" dirty="0"/>
                  <a:t>zonder</a:t>
                </a:r>
                <a:r>
                  <a:rPr lang="nl-BE" b="0" dirty="0"/>
                  <a:t> voorspeller/</a:t>
                </a:r>
                <a:br>
                  <a:rPr lang="nl-BE" b="0" dirty="0"/>
                </a:br>
                <a:r>
                  <a:rPr lang="nl-BE" b="0" dirty="0"/>
                  <a:t>onafhankelijke variabele (</a:t>
                </a:r>
                <a:r>
                  <a:rPr lang="nl-BE" b="0" dirty="0" err="1"/>
                  <a:t>Autonome_mot</a:t>
                </a:r>
                <a:r>
                  <a:rPr lang="nl-BE" b="0" dirty="0"/>
                  <a:t>)</a:t>
                </a:r>
                <a:endParaRPr lang="nl-BE" dirty="0"/>
              </a:p>
            </p:txBody>
          </p:sp>
        </mc:Choice>
        <mc:Fallback xmlns="">
          <p:sp>
            <p:nvSpPr>
              <p:cNvPr id="19" name="Tekstvak 18">
                <a:extLst>
                  <a:ext uri="{FF2B5EF4-FFF2-40B4-BE49-F238E27FC236}">
                    <a16:creationId xmlns:a16="http://schemas.microsoft.com/office/drawing/2014/main" id="{7E90BB5D-6090-9180-58D3-06A4ACB01F12}"/>
                  </a:ext>
                </a:extLst>
              </p:cNvPr>
              <p:cNvSpPr txBox="1">
                <a:spLocks noRot="1" noChangeAspect="1" noMove="1" noResize="1" noEditPoints="1" noAdjustHandles="1" noChangeArrowheads="1" noChangeShapeType="1" noTextEdit="1"/>
              </p:cNvSpPr>
              <p:nvPr/>
            </p:nvSpPr>
            <p:spPr>
              <a:xfrm>
                <a:off x="7035801" y="5531373"/>
                <a:ext cx="6096000" cy="1214500"/>
              </a:xfrm>
              <a:prstGeom prst="rect">
                <a:avLst/>
              </a:prstGeom>
              <a:blipFill>
                <a:blip r:embed="rId10"/>
                <a:stretch>
                  <a:fillRect l="-800" t="-3000" b="-6500"/>
                </a:stretch>
              </a:blipFill>
            </p:spPr>
            <p:txBody>
              <a:bodyPr/>
              <a:lstStyle/>
              <a:p>
                <a:r>
                  <a:rPr lang="nl-BE">
                    <a:noFill/>
                  </a:rPr>
                  <a:t> </a:t>
                </a:r>
              </a:p>
            </p:txBody>
          </p:sp>
        </mc:Fallback>
      </mc:AlternateContent>
      <p:sp>
        <p:nvSpPr>
          <p:cNvPr id="21" name="Tekstvak 20">
            <a:extLst>
              <a:ext uri="{FF2B5EF4-FFF2-40B4-BE49-F238E27FC236}">
                <a16:creationId xmlns:a16="http://schemas.microsoft.com/office/drawing/2014/main" id="{515D6090-5CD1-61C7-DEC3-A64CA15E97D2}"/>
              </a:ext>
            </a:extLst>
          </p:cNvPr>
          <p:cNvSpPr txBox="1"/>
          <p:nvPr/>
        </p:nvSpPr>
        <p:spPr>
          <a:xfrm>
            <a:off x="5626098" y="599118"/>
            <a:ext cx="6565900" cy="369332"/>
          </a:xfrm>
          <a:prstGeom prst="rect">
            <a:avLst/>
          </a:prstGeom>
          <a:noFill/>
        </p:spPr>
        <p:txBody>
          <a:bodyPr wrap="square">
            <a:spAutoFit/>
          </a:bodyPr>
          <a:lstStyle/>
          <a:p>
            <a:r>
              <a:rPr lang="nl-BE" dirty="0">
                <a:solidFill>
                  <a:schemeClr val="accent2"/>
                </a:solidFill>
              </a:rPr>
              <a:t>Die verdomde p-waarde…en de bijhorende nulhypothese…</a:t>
            </a:r>
          </a:p>
        </p:txBody>
      </p:sp>
      <p:cxnSp>
        <p:nvCxnSpPr>
          <p:cNvPr id="23" name="Rechte verbindingslijn met pijl 22">
            <a:extLst>
              <a:ext uri="{FF2B5EF4-FFF2-40B4-BE49-F238E27FC236}">
                <a16:creationId xmlns:a16="http://schemas.microsoft.com/office/drawing/2014/main" id="{8370CCD2-4401-2D61-55B9-DAAF309A9C4E}"/>
              </a:ext>
            </a:extLst>
          </p:cNvPr>
          <p:cNvCxnSpPr>
            <a:cxnSpLocks/>
          </p:cNvCxnSpPr>
          <p:nvPr/>
        </p:nvCxnSpPr>
        <p:spPr>
          <a:xfrm flipH="1">
            <a:off x="5524500" y="2878286"/>
            <a:ext cx="1511299" cy="1338114"/>
          </a:xfrm>
          <a:prstGeom prst="straightConnector1">
            <a:avLst/>
          </a:prstGeom>
          <a:ln>
            <a:solidFill>
              <a:srgbClr val="00B05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Rechte verbindingslijn met pijl 23">
            <a:extLst>
              <a:ext uri="{FF2B5EF4-FFF2-40B4-BE49-F238E27FC236}">
                <a16:creationId xmlns:a16="http://schemas.microsoft.com/office/drawing/2014/main" id="{A910378B-E2BE-1236-9C42-629DCF372362}"/>
              </a:ext>
            </a:extLst>
          </p:cNvPr>
          <p:cNvCxnSpPr>
            <a:cxnSpLocks/>
          </p:cNvCxnSpPr>
          <p:nvPr/>
        </p:nvCxnSpPr>
        <p:spPr>
          <a:xfrm flipH="1">
            <a:off x="5524500" y="4456086"/>
            <a:ext cx="1511299" cy="43785"/>
          </a:xfrm>
          <a:prstGeom prst="straightConnector1">
            <a:avLst/>
          </a:prstGeom>
          <a:ln>
            <a:solidFill>
              <a:srgbClr val="00B05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Rechte verbindingslijn met pijl 25">
            <a:extLst>
              <a:ext uri="{FF2B5EF4-FFF2-40B4-BE49-F238E27FC236}">
                <a16:creationId xmlns:a16="http://schemas.microsoft.com/office/drawing/2014/main" id="{01583B37-DD29-060F-31F7-B6754926C86D}"/>
              </a:ext>
            </a:extLst>
          </p:cNvPr>
          <p:cNvCxnSpPr>
            <a:cxnSpLocks/>
          </p:cNvCxnSpPr>
          <p:nvPr/>
        </p:nvCxnSpPr>
        <p:spPr>
          <a:xfrm flipH="1">
            <a:off x="5778500" y="6073609"/>
            <a:ext cx="1257299" cy="0"/>
          </a:xfrm>
          <a:prstGeom prst="straightConnector1">
            <a:avLst/>
          </a:prstGeom>
          <a:ln>
            <a:solidFill>
              <a:srgbClr val="00B050"/>
            </a:solidFill>
            <a:tailEnd type="triangle"/>
          </a:ln>
          <a:effectLst/>
        </p:spPr>
        <p:style>
          <a:lnRef idx="2">
            <a:schemeClr val="accent1"/>
          </a:lnRef>
          <a:fillRef idx="0">
            <a:schemeClr val="accent1"/>
          </a:fillRef>
          <a:effectRef idx="1">
            <a:schemeClr val="accent1"/>
          </a:effectRef>
          <a:fontRef idx="minor">
            <a:schemeClr val="tx1"/>
          </a:fontRef>
        </p:style>
      </p:cxnSp>
      <p:sp>
        <p:nvSpPr>
          <p:cNvPr id="39" name="Rechthoek 38">
            <a:extLst>
              <a:ext uri="{FF2B5EF4-FFF2-40B4-BE49-F238E27FC236}">
                <a16:creationId xmlns:a16="http://schemas.microsoft.com/office/drawing/2014/main" id="{4C915697-67F9-41F5-22A1-FE9AA7B6A3B0}"/>
              </a:ext>
            </a:extLst>
          </p:cNvPr>
          <p:cNvSpPr/>
          <p:nvPr/>
        </p:nvSpPr>
        <p:spPr bwMode="auto">
          <a:xfrm>
            <a:off x="7035801" y="1474680"/>
            <a:ext cx="5054599" cy="1683006"/>
          </a:xfrm>
          <a:prstGeom prst="rect">
            <a:avLst/>
          </a:prstGeom>
          <a:noFill/>
          <a:ln>
            <a:solidFill>
              <a:srgbClr val="00B050"/>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40" name="Rechthoek 39">
            <a:extLst>
              <a:ext uri="{FF2B5EF4-FFF2-40B4-BE49-F238E27FC236}">
                <a16:creationId xmlns:a16="http://schemas.microsoft.com/office/drawing/2014/main" id="{B4721838-CCE7-C111-F4B7-0FE90164AB52}"/>
              </a:ext>
            </a:extLst>
          </p:cNvPr>
          <p:cNvSpPr/>
          <p:nvPr/>
        </p:nvSpPr>
        <p:spPr bwMode="auto">
          <a:xfrm>
            <a:off x="7035800" y="3303239"/>
            <a:ext cx="5054599" cy="1683006"/>
          </a:xfrm>
          <a:prstGeom prst="rect">
            <a:avLst/>
          </a:prstGeom>
          <a:noFill/>
          <a:ln>
            <a:solidFill>
              <a:srgbClr val="00B050"/>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45" name="Rechthoek 44">
            <a:extLst>
              <a:ext uri="{FF2B5EF4-FFF2-40B4-BE49-F238E27FC236}">
                <a16:creationId xmlns:a16="http://schemas.microsoft.com/office/drawing/2014/main" id="{A4A28A89-6BD9-83C5-7153-1C0754566DAC}"/>
              </a:ext>
            </a:extLst>
          </p:cNvPr>
          <p:cNvSpPr/>
          <p:nvPr/>
        </p:nvSpPr>
        <p:spPr bwMode="auto">
          <a:xfrm>
            <a:off x="7035801" y="5101127"/>
            <a:ext cx="5054599" cy="1683006"/>
          </a:xfrm>
          <a:prstGeom prst="rect">
            <a:avLst/>
          </a:prstGeom>
          <a:noFill/>
          <a:ln>
            <a:solidFill>
              <a:srgbClr val="00B050"/>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2219796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19" grpId="0"/>
      <p:bldP spid="39" grpId="0" animBg="1"/>
      <p:bldP spid="40" grpId="0" animBg="1"/>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6D36-8E0A-DC2B-A160-D61E5704666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828F14E-C4DD-E954-92CE-4F9123C85EC9}"/>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AE4D9C27-CB32-E0F4-5318-5785A18C9BD0}"/>
              </a:ext>
            </a:extLst>
          </p:cNvPr>
          <p:cNvSpPr>
            <a:spLocks noGrp="1"/>
          </p:cNvSpPr>
          <p:nvPr>
            <p:ph type="sldNum" sz="quarter" idx="10"/>
          </p:nvPr>
        </p:nvSpPr>
        <p:spPr/>
        <p:txBody>
          <a:bodyPr/>
          <a:lstStyle/>
          <a:p>
            <a:fld id="{E038E271-308C-2E46-A3EC-56326F9084CC}" type="slidenum">
              <a:rPr lang="nl-BE" smtClean="0"/>
              <a:pPr/>
              <a:t>7</a:t>
            </a:fld>
            <a:endParaRPr lang="nl-BE" dirty="0"/>
          </a:p>
        </p:txBody>
      </p:sp>
      <p:sp>
        <p:nvSpPr>
          <p:cNvPr id="4" name="Tijdelijke aanduiding voor inhoud 3">
            <a:extLst>
              <a:ext uri="{FF2B5EF4-FFF2-40B4-BE49-F238E27FC236}">
                <a16:creationId xmlns:a16="http://schemas.microsoft.com/office/drawing/2014/main" id="{E577CBDD-7D8F-7A0F-E57B-DD543CDC497E}"/>
              </a:ext>
            </a:extLst>
          </p:cNvPr>
          <p:cNvSpPr>
            <a:spLocks noGrp="1"/>
          </p:cNvSpPr>
          <p:nvPr>
            <p:ph idx="1"/>
          </p:nvPr>
        </p:nvSpPr>
        <p:spPr>
          <a:xfrm>
            <a:off x="418588" y="1577009"/>
            <a:ext cx="6274218" cy="4660279"/>
          </a:xfrm>
        </p:spPr>
        <p:txBody>
          <a:bodyPr/>
          <a:lstStyle/>
          <a:p>
            <a:pPr marL="0" indent="0">
              <a:buNone/>
            </a:pPr>
            <a:r>
              <a:rPr lang="nl-BE" sz="1100" dirty="0">
                <a:solidFill>
                  <a:srgbClr val="1C00FF"/>
                </a:solidFill>
                <a:latin typeface="Courier New" panose="02070309020205020404" pitchFamily="49" charset="0"/>
                <a:cs typeface="Courier New" panose="02070309020205020404" pitchFamily="49" charset="0"/>
              </a:rPr>
              <a:t>&gt; Model1 &lt;- lm(Resultaat ~ Autonome_mot, data = StatistiekB)</a:t>
            </a:r>
          </a:p>
          <a:p>
            <a:pPr marL="0" indent="0">
              <a:buNone/>
            </a:pPr>
            <a:r>
              <a:rPr lang="nl-BE" sz="1100" dirty="0">
                <a:solidFill>
                  <a:srgbClr val="1C00FF"/>
                </a:solidFill>
                <a:latin typeface="Courier New" panose="02070309020205020404" pitchFamily="49" charset="0"/>
                <a:cs typeface="Courier New" panose="02070309020205020404" pitchFamily="49" charset="0"/>
              </a:rPr>
              <a:t>&gt; summary(Model1)</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Call:</a:t>
            </a:r>
          </a:p>
          <a:p>
            <a:pPr marL="0" indent="0">
              <a:buNone/>
            </a:pPr>
            <a:r>
              <a:rPr lang="nl-BE" sz="1100" b="0" dirty="0">
                <a:latin typeface="Courier New" panose="02070309020205020404" pitchFamily="49" charset="0"/>
                <a:cs typeface="Courier New" panose="02070309020205020404" pitchFamily="49" charset="0"/>
              </a:rPr>
              <a:t>lm(formula = Resultaat ~ Autonome_mot, data = StatistiekB)</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Residuals:</a:t>
            </a:r>
          </a:p>
          <a:p>
            <a:pPr marL="0" indent="0">
              <a:buNone/>
            </a:pPr>
            <a:r>
              <a:rPr lang="nl-BE" sz="1100" b="0" dirty="0">
                <a:latin typeface="Courier New" panose="02070309020205020404" pitchFamily="49" charset="0"/>
                <a:cs typeface="Courier New" panose="02070309020205020404" pitchFamily="49" charset="0"/>
              </a:rPr>
              <a:t>    Min      1Q  Median      3Q     Max </a:t>
            </a:r>
          </a:p>
          <a:p>
            <a:pPr marL="0" indent="0">
              <a:buNone/>
            </a:pPr>
            <a:r>
              <a:rPr lang="nl-BE" sz="1100" b="0" dirty="0">
                <a:latin typeface="Courier New" panose="02070309020205020404" pitchFamily="49" charset="0"/>
                <a:cs typeface="Courier New" panose="02070309020205020404" pitchFamily="49" charset="0"/>
              </a:rPr>
              <a:t>-3.3142 -0.7346 -0.0244  0.7036  3.4245 </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Coefficients:</a:t>
            </a:r>
          </a:p>
          <a:p>
            <a:pPr marL="0" indent="0">
              <a:buNone/>
            </a:pPr>
            <a:r>
              <a:rPr lang="nl-BE" sz="1100" b="0" dirty="0">
                <a:latin typeface="Courier New" panose="02070309020205020404" pitchFamily="49" charset="0"/>
                <a:cs typeface="Courier New" panose="02070309020205020404" pitchFamily="49" charset="0"/>
              </a:rPr>
              <a:t>             Estimate Std. Error t value Pr(&gt;|t|)    </a:t>
            </a:r>
          </a:p>
          <a:p>
            <a:pPr marL="0" indent="0">
              <a:buNone/>
            </a:pPr>
            <a:r>
              <a:rPr lang="nl-BE" sz="1100" dirty="0">
                <a:latin typeface="Courier New" panose="02070309020205020404" pitchFamily="49" charset="0"/>
                <a:cs typeface="Courier New" panose="02070309020205020404" pitchFamily="49" charset="0"/>
              </a:rPr>
              <a:t>(Intercept)  </a:t>
            </a:r>
            <a:r>
              <a:rPr lang="nl-BE" sz="1100" dirty="0">
                <a:solidFill>
                  <a:schemeClr val="accent4"/>
                </a:solidFill>
                <a:latin typeface="Courier New" panose="02070309020205020404" pitchFamily="49" charset="0"/>
                <a:cs typeface="Courier New" panose="02070309020205020404" pitchFamily="49" charset="0"/>
              </a:rPr>
              <a:t>2.345113</a:t>
            </a:r>
            <a:r>
              <a:rPr lang="nl-BE" sz="1100" dirty="0">
                <a:latin typeface="Courier New" panose="02070309020205020404" pitchFamily="49" charset="0"/>
                <a:cs typeface="Courier New" panose="02070309020205020404" pitchFamily="49" charset="0"/>
              </a:rPr>
              <a:t>   </a:t>
            </a:r>
            <a:r>
              <a:rPr lang="nl-BE" sz="1100" b="0" dirty="0">
                <a:latin typeface="Courier New" panose="02070309020205020404" pitchFamily="49" charset="0"/>
                <a:cs typeface="Courier New" panose="02070309020205020404" pitchFamily="49" charset="0"/>
              </a:rPr>
              <a:t>0.275843   </a:t>
            </a:r>
            <a:r>
              <a:rPr lang="nl-BE" sz="1100" b="0" dirty="0">
                <a:solidFill>
                  <a:srgbClr val="0070C0"/>
                </a:solidFill>
                <a:latin typeface="Courier New" panose="02070309020205020404" pitchFamily="49" charset="0"/>
                <a:cs typeface="Courier New" panose="02070309020205020404" pitchFamily="49" charset="0"/>
              </a:rPr>
              <a:t>8.502 3.43e-16 ***</a:t>
            </a:r>
          </a:p>
          <a:p>
            <a:pPr marL="0" indent="0">
              <a:buNone/>
            </a:pPr>
            <a:r>
              <a:rPr lang="nl-BE" sz="1100" dirty="0">
                <a:latin typeface="Courier New" panose="02070309020205020404" pitchFamily="49" charset="0"/>
                <a:cs typeface="Courier New" panose="02070309020205020404" pitchFamily="49" charset="0"/>
              </a:rPr>
              <a:t>Autonome_mot </a:t>
            </a:r>
            <a:r>
              <a:rPr lang="nl-BE" sz="1100" dirty="0">
                <a:solidFill>
                  <a:srgbClr val="983466"/>
                </a:solidFill>
                <a:latin typeface="Courier New" panose="02070309020205020404" pitchFamily="49" charset="0"/>
                <a:cs typeface="Courier New" panose="02070309020205020404" pitchFamily="49" charset="0"/>
              </a:rPr>
              <a:t>0.144893</a:t>
            </a:r>
            <a:r>
              <a:rPr lang="nl-BE" sz="1100" dirty="0">
                <a:latin typeface="Courier New" panose="02070309020205020404" pitchFamily="49" charset="0"/>
                <a:cs typeface="Courier New" panose="02070309020205020404" pitchFamily="49" charset="0"/>
              </a:rPr>
              <a:t>   </a:t>
            </a:r>
            <a:r>
              <a:rPr lang="nl-BE" sz="1100" b="0" dirty="0">
                <a:latin typeface="Courier New" panose="02070309020205020404" pitchFamily="49" charset="0"/>
                <a:cs typeface="Courier New" panose="02070309020205020404" pitchFamily="49" charset="0"/>
              </a:rPr>
              <a:t>0.004531  </a:t>
            </a:r>
            <a:r>
              <a:rPr lang="nl-BE" sz="1100" b="0" dirty="0">
                <a:solidFill>
                  <a:srgbClr val="FF9933"/>
                </a:solidFill>
                <a:latin typeface="Courier New" panose="02070309020205020404" pitchFamily="49" charset="0"/>
                <a:cs typeface="Courier New" panose="02070309020205020404" pitchFamily="49" charset="0"/>
              </a:rPr>
              <a:t>31.979  </a:t>
            </a:r>
            <a:r>
              <a:rPr lang="nl-BE" sz="1100" dirty="0">
                <a:solidFill>
                  <a:srgbClr val="FF9933"/>
                </a:solidFill>
                <a:latin typeface="Courier New" panose="02070309020205020404" pitchFamily="49" charset="0"/>
                <a:cs typeface="Courier New" panose="02070309020205020404" pitchFamily="49" charset="0"/>
              </a:rPr>
              <a:t>&lt; 2e-16 ***</a:t>
            </a:r>
          </a:p>
          <a:p>
            <a:pPr marL="0" indent="0">
              <a:buNone/>
            </a:pPr>
            <a:r>
              <a:rPr lang="nl-BE" sz="1100" b="0" dirty="0">
                <a:latin typeface="Courier New" panose="02070309020205020404" pitchFamily="49" charset="0"/>
                <a:cs typeface="Courier New" panose="02070309020205020404" pitchFamily="49" charset="0"/>
              </a:rPr>
              <a:t>---</a:t>
            </a:r>
          </a:p>
          <a:p>
            <a:pPr marL="0" indent="0">
              <a:buNone/>
            </a:pPr>
            <a:r>
              <a:rPr lang="nl-BE" sz="1100" b="0" dirty="0">
                <a:latin typeface="Courier New" panose="02070309020205020404" pitchFamily="49" charset="0"/>
                <a:cs typeface="Courier New" panose="02070309020205020404" pitchFamily="49" charset="0"/>
              </a:rPr>
              <a:t>Signif. codes:  0 ‘***’ 0.001 ‘**’ 0.01 ‘*’ 0.05 ‘.’ 0.1 ‘ ’ 1</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Residual standard error: 1.006 on 414 degrees of freedom</a:t>
            </a:r>
          </a:p>
          <a:p>
            <a:pPr marL="0" indent="0">
              <a:buNone/>
            </a:pPr>
            <a:r>
              <a:rPr lang="nl-BE" sz="1100" b="0" dirty="0">
                <a:latin typeface="Courier New" panose="02070309020205020404" pitchFamily="49" charset="0"/>
                <a:cs typeface="Courier New" panose="02070309020205020404" pitchFamily="49" charset="0"/>
              </a:rPr>
              <a:t>  (84 observations deleted due to missingness)</a:t>
            </a:r>
          </a:p>
          <a:p>
            <a:pPr marL="0" indent="0">
              <a:buNone/>
            </a:pPr>
            <a:r>
              <a:rPr lang="nl-BE" sz="1100" b="0" dirty="0">
                <a:latin typeface="Courier New" panose="02070309020205020404" pitchFamily="49" charset="0"/>
                <a:cs typeface="Courier New" panose="02070309020205020404" pitchFamily="49" charset="0"/>
              </a:rPr>
              <a:t>Multiple R-squared:  0.7118,	</a:t>
            </a:r>
            <a:r>
              <a:rPr lang="nl-BE" sz="1100" dirty="0">
                <a:latin typeface="Courier New" panose="02070309020205020404" pitchFamily="49" charset="0"/>
                <a:cs typeface="Courier New" panose="02070309020205020404" pitchFamily="49" charset="0"/>
              </a:rPr>
              <a:t>Adjusted R-squared:  </a:t>
            </a:r>
            <a:r>
              <a:rPr lang="nl-BE" sz="1100" dirty="0">
                <a:solidFill>
                  <a:srgbClr val="00B050"/>
                </a:solidFill>
                <a:latin typeface="Courier New" panose="02070309020205020404" pitchFamily="49" charset="0"/>
                <a:cs typeface="Courier New" panose="02070309020205020404" pitchFamily="49" charset="0"/>
              </a:rPr>
              <a:t>0.7111</a:t>
            </a:r>
            <a:r>
              <a:rPr lang="nl-BE" sz="1100" b="0" dirty="0">
                <a:latin typeface="Courier New" panose="02070309020205020404" pitchFamily="49" charset="0"/>
                <a:cs typeface="Courier New" panose="02070309020205020404" pitchFamily="49" charset="0"/>
              </a:rPr>
              <a:t> </a:t>
            </a:r>
          </a:p>
          <a:p>
            <a:pPr marL="0" indent="0">
              <a:buNone/>
            </a:pPr>
            <a:r>
              <a:rPr lang="nl-BE" sz="1100" b="0" dirty="0">
                <a:solidFill>
                  <a:schemeClr val="accent2"/>
                </a:solidFill>
                <a:latin typeface="Courier New" panose="02070309020205020404" pitchFamily="49" charset="0"/>
                <a:cs typeface="Courier New" panose="02070309020205020404" pitchFamily="49" charset="0"/>
              </a:rPr>
              <a:t>F-statistic:  1023 on 1 and 414 DF,  </a:t>
            </a:r>
            <a:r>
              <a:rPr lang="nl-BE" sz="1100" dirty="0">
                <a:solidFill>
                  <a:schemeClr val="accent2"/>
                </a:solidFill>
                <a:latin typeface="Courier New" panose="02070309020205020404" pitchFamily="49" charset="0"/>
                <a:cs typeface="Courier New" panose="02070309020205020404" pitchFamily="49" charset="0"/>
              </a:rPr>
              <a:t>p-value:</a:t>
            </a:r>
            <a:r>
              <a:rPr lang="nl-BE" sz="1100" b="0" dirty="0">
                <a:solidFill>
                  <a:schemeClr val="accent2"/>
                </a:solidFill>
                <a:latin typeface="Courier New" panose="02070309020205020404" pitchFamily="49" charset="0"/>
                <a:cs typeface="Courier New" panose="02070309020205020404" pitchFamily="49" charset="0"/>
              </a:rPr>
              <a:t> </a:t>
            </a:r>
            <a:r>
              <a:rPr lang="nl-BE" sz="1100" dirty="0">
                <a:solidFill>
                  <a:schemeClr val="accent2"/>
                </a:solidFill>
                <a:latin typeface="Courier New" panose="02070309020205020404" pitchFamily="49" charset="0"/>
                <a:cs typeface="Courier New" panose="02070309020205020404" pitchFamily="49" charset="0"/>
              </a:rPr>
              <a:t>&lt; 2.2e-16</a:t>
            </a:r>
          </a:p>
        </p:txBody>
      </p:sp>
      <p:pic>
        <p:nvPicPr>
          <p:cNvPr id="5" name="Picture 2" descr="Afbeeldingsresultaat voor R">
            <a:extLst>
              <a:ext uri="{FF2B5EF4-FFF2-40B4-BE49-F238E27FC236}">
                <a16:creationId xmlns:a16="http://schemas.microsoft.com/office/drawing/2014/main" id="{69B137ED-1B08-8499-B028-540F6C465FD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C7AB59FA-4A8C-5FF1-5546-9C9ACE654486}"/>
              </a:ext>
            </a:extLst>
          </p:cNvPr>
          <p:cNvSpPr txBox="1"/>
          <p:nvPr/>
        </p:nvSpPr>
        <p:spPr>
          <a:xfrm>
            <a:off x="5875493" y="1571552"/>
            <a:ext cx="6096000" cy="3793154"/>
          </a:xfrm>
          <a:prstGeom prst="rect">
            <a:avLst/>
          </a:prstGeom>
          <a:noFill/>
          <a:ln>
            <a:solidFill>
              <a:srgbClr val="FF0000"/>
            </a:solidFill>
          </a:ln>
        </p:spPr>
        <p:txBody>
          <a:bodyPr wrap="square">
            <a:spAutoFit/>
          </a:bodyPr>
          <a:lstStyle/>
          <a:p>
            <a:pPr marL="342900" lvl="0" indent="-342900">
              <a:lnSpc>
                <a:spcPct val="115000"/>
              </a:lnSpc>
              <a:spcAft>
                <a:spcPts val="0"/>
              </a:spcAft>
              <a:buFont typeface="Symbol" panose="05050102010706020507" pitchFamily="18" charset="2"/>
              <a:buChar char=""/>
            </a:pPr>
            <a:r>
              <a:rPr lang="nl-BE" sz="1500" dirty="0">
                <a:latin typeface="Calibri" panose="020F0502020204030204" pitchFamily="34" charset="0"/>
                <a:ea typeface="Calibri" panose="020F0502020204030204" pitchFamily="34" charset="0"/>
                <a:cs typeface="Times New Roman" panose="02020603050405020304" pitchFamily="18" charset="0"/>
              </a:rPr>
              <a:t>Uit de </a:t>
            </a:r>
            <a:r>
              <a:rPr lang="nl-BE" sz="1500" dirty="0" err="1">
                <a:latin typeface="Calibri" panose="020F0502020204030204" pitchFamily="34" charset="0"/>
                <a:ea typeface="Calibri" panose="020F0502020204030204" pitchFamily="34" charset="0"/>
                <a:cs typeface="Times New Roman" panose="02020603050405020304" pitchFamily="18" charset="0"/>
              </a:rPr>
              <a:t>Adjusted</a:t>
            </a:r>
            <a:r>
              <a:rPr lang="nl-BE" sz="1500" dirty="0">
                <a:latin typeface="Calibri" panose="020F0502020204030204" pitchFamily="34" charset="0"/>
                <a:ea typeface="Calibri" panose="020F0502020204030204" pitchFamily="34" charset="0"/>
                <a:cs typeface="Times New Roman" panose="02020603050405020304" pitchFamily="18" charset="0"/>
              </a:rPr>
              <a:t> R² (</a:t>
            </a:r>
            <a:r>
              <a:rPr lang="nl-BE"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0.7111</a:t>
            </a:r>
            <a:r>
              <a:rPr lang="nl-BE" sz="1500" dirty="0">
                <a:latin typeface="Calibri" panose="020F0502020204030204" pitchFamily="34" charset="0"/>
                <a:ea typeface="Calibri" panose="020F0502020204030204" pitchFamily="34" charset="0"/>
                <a:cs typeface="Times New Roman" panose="02020603050405020304" pitchFamily="18" charset="0"/>
              </a:rPr>
              <a:t>) blijkt dat </a:t>
            </a:r>
            <a:r>
              <a:rPr lang="nl-BE" sz="1500" i="1" dirty="0">
                <a:latin typeface="Calibri" panose="020F0502020204030204" pitchFamily="34" charset="0"/>
                <a:ea typeface="Calibri" panose="020F0502020204030204" pitchFamily="34" charset="0"/>
                <a:cs typeface="Times New Roman" panose="02020603050405020304" pitchFamily="18" charset="0"/>
              </a:rPr>
              <a:t>in de steekproef</a:t>
            </a:r>
            <a:r>
              <a:rPr lang="nl-BE" sz="1500" dirty="0">
                <a:latin typeface="Calibri" panose="020F0502020204030204" pitchFamily="34" charset="0"/>
                <a:ea typeface="Calibri" panose="020F0502020204030204" pitchFamily="34" charset="0"/>
                <a:cs typeface="Times New Roman" panose="02020603050405020304" pitchFamily="18" charset="0"/>
              </a:rPr>
              <a:t> 71,11% van de variantie in resultaten van statistiek te verklaren is door de autonome motivatie van de studenten. Dit is een groot effect.  We verwachten ook dat in de populatie autonome motivatie een deel van de variantie in resultaten van statistiek zal verklaren (</a:t>
            </a:r>
            <a:r>
              <a:rPr lang="nl-BE" sz="1500" dirty="0">
                <a:solidFill>
                  <a:schemeClr val="accent2"/>
                </a:solidFill>
                <a:latin typeface="Calibri" panose="020F0502020204030204" pitchFamily="34" charset="0"/>
                <a:ea typeface="Calibri" panose="020F0502020204030204" pitchFamily="34" charset="0"/>
                <a:cs typeface="Times New Roman" panose="02020603050405020304" pitchFamily="18" charset="0"/>
              </a:rPr>
              <a:t>F(1,414)=1023, p &lt; 0.05</a:t>
            </a:r>
            <a:r>
              <a:rPr lang="nl-BE" sz="1500"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15000"/>
              </a:lnSpc>
              <a:spcAft>
                <a:spcPts val="0"/>
              </a:spcAft>
              <a:buFont typeface="Symbol" panose="05050102010706020507" pitchFamily="18" charset="2"/>
              <a:buChar char=""/>
            </a:pPr>
            <a:r>
              <a:rPr lang="nl-NL" sz="1500" dirty="0">
                <a:latin typeface="Calibri" panose="020F0502020204030204" pitchFamily="34" charset="0"/>
                <a:ea typeface="Calibri" panose="020F0502020204030204" pitchFamily="34" charset="0"/>
                <a:cs typeface="Times New Roman" panose="02020603050405020304" pitchFamily="18" charset="0"/>
              </a:rPr>
              <a:t>Het </a:t>
            </a:r>
            <a:r>
              <a:rPr lang="nl-NL" sz="1500" dirty="0" err="1">
                <a:latin typeface="Calibri" panose="020F0502020204030204" pitchFamily="34" charset="0"/>
                <a:ea typeface="Calibri" panose="020F0502020204030204" pitchFamily="34" charset="0"/>
                <a:cs typeface="Times New Roman" panose="02020603050405020304" pitchFamily="18" charset="0"/>
              </a:rPr>
              <a:t>intercept</a:t>
            </a:r>
            <a:r>
              <a:rPr lang="nl-NL" sz="1500" dirty="0">
                <a:latin typeface="Calibri" panose="020F0502020204030204" pitchFamily="34" charset="0"/>
                <a:ea typeface="Calibri" panose="020F0502020204030204" pitchFamily="34" charset="0"/>
                <a:cs typeface="Times New Roman" panose="02020603050405020304" pitchFamily="18" charset="0"/>
              </a:rPr>
              <a:t> bedraagt </a:t>
            </a:r>
            <a:r>
              <a:rPr lang="nl-NL" sz="1500" dirty="0">
                <a:solidFill>
                  <a:schemeClr val="accent4"/>
                </a:solidFill>
                <a:latin typeface="Calibri" panose="020F0502020204030204" pitchFamily="34" charset="0"/>
                <a:ea typeface="Calibri" panose="020F0502020204030204" pitchFamily="34" charset="0"/>
                <a:cs typeface="Times New Roman" panose="02020603050405020304" pitchFamily="18" charset="0"/>
              </a:rPr>
              <a:t>2.35</a:t>
            </a:r>
            <a:r>
              <a:rPr lang="nl-NL" sz="1500" dirty="0">
                <a:latin typeface="Calibri" panose="020F0502020204030204" pitchFamily="34" charset="0"/>
                <a:ea typeface="Calibri" panose="020F0502020204030204" pitchFamily="34" charset="0"/>
                <a:cs typeface="Times New Roman" panose="02020603050405020304" pitchFamily="18" charset="0"/>
              </a:rPr>
              <a:t>. Wanneer een student 0 scoort op autonome motivatie verwachten we een score van 2,35 als resultaat voor statistiek in de steekproef. We kunnen deze bevinding doortrekken naar de populatie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(t = 8.502, p &lt; 0.05</a:t>
            </a:r>
            <a:r>
              <a:rPr lang="nl-NL" sz="1500" dirty="0">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15000"/>
              </a:lnSpc>
              <a:spcAft>
                <a:spcPts val="0"/>
              </a:spcAft>
              <a:buFont typeface="Symbol" panose="05050102010706020507" pitchFamily="18" charset="2"/>
              <a:buChar char=""/>
            </a:pPr>
            <a:r>
              <a:rPr lang="nl-NL" sz="1500" dirty="0">
                <a:latin typeface="Calibri" panose="020F0502020204030204" pitchFamily="34" charset="0"/>
                <a:ea typeface="Calibri" panose="020F0502020204030204" pitchFamily="34" charset="0"/>
                <a:cs typeface="Times New Roman" panose="02020603050405020304" pitchFamily="18" charset="0"/>
              </a:rPr>
              <a:t>Autonome motivatie heeft een positief effect op resultaat voor statistiek in de steekproef (</a:t>
            </a:r>
            <a:r>
              <a:rPr lang="nl-NL" sz="1500" dirty="0">
                <a:solidFill>
                  <a:srgbClr val="983466"/>
                </a:solidFill>
                <a:latin typeface="Calibri" panose="020F0502020204030204" pitchFamily="34" charset="0"/>
                <a:ea typeface="Calibri" panose="020F0502020204030204" pitchFamily="34" charset="0"/>
                <a:cs typeface="Times New Roman" panose="02020603050405020304" pitchFamily="18" charset="0"/>
              </a:rPr>
              <a:t>b = 0.144893</a:t>
            </a:r>
            <a:r>
              <a:rPr lang="nl-NL" sz="1500" dirty="0">
                <a:latin typeface="Calibri" panose="020F0502020204030204" pitchFamily="34" charset="0"/>
                <a:ea typeface="Calibri" panose="020F0502020204030204" pitchFamily="34" charset="0"/>
                <a:cs typeface="Times New Roman" panose="02020603050405020304" pitchFamily="18" charset="0"/>
              </a:rPr>
              <a:t>) alsook in de populatie </a:t>
            </a:r>
            <a:r>
              <a:rPr lang="nl-NL" sz="1500" dirty="0">
                <a:solidFill>
                  <a:srgbClr val="FF9933"/>
                </a:solidFill>
                <a:latin typeface="Calibri" panose="020F0502020204030204" pitchFamily="34" charset="0"/>
                <a:ea typeface="Calibri" panose="020F0502020204030204" pitchFamily="34" charset="0"/>
                <a:cs typeface="Times New Roman" panose="02020603050405020304" pitchFamily="18" charset="0"/>
              </a:rPr>
              <a:t>(t = 31.979, p &lt; 0.05).</a:t>
            </a:r>
            <a:r>
              <a:rPr lang="nl-NL" sz="1500" dirty="0">
                <a:latin typeface="Calibri" panose="020F0502020204030204" pitchFamily="34" charset="0"/>
                <a:ea typeface="Calibri" panose="020F0502020204030204" pitchFamily="34" charset="0"/>
                <a:cs typeface="Times New Roman" panose="02020603050405020304" pitchFamily="18" charset="0"/>
              </a:rPr>
              <a:t> </a:t>
            </a:r>
            <a:endParaRPr lang="nl-BE" sz="15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0"/>
              </a:spcAft>
              <a:buFont typeface="Courier New" panose="02070309020205020404" pitchFamily="49" charset="0"/>
              <a:buChar char="o"/>
            </a:pPr>
            <a:r>
              <a:rPr lang="nl-NL" sz="1500" dirty="0">
                <a:latin typeface="Calibri" panose="020F0502020204030204" pitchFamily="34" charset="0"/>
                <a:ea typeface="Calibri" panose="020F0502020204030204" pitchFamily="34" charset="0"/>
                <a:cs typeface="Times New Roman" panose="02020603050405020304" pitchFamily="18" charset="0"/>
              </a:rPr>
              <a:t>1 eenheid hoger scoren voor autonome motivatie leidt tot 0.14 punten hoger scoren voor resultaat van statistiek in de steekproef</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a:t>
            </a:r>
            <a:endParaRPr lang="nl-BE"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Tekstvak 9">
            <a:extLst>
              <a:ext uri="{FF2B5EF4-FFF2-40B4-BE49-F238E27FC236}">
                <a16:creationId xmlns:a16="http://schemas.microsoft.com/office/drawing/2014/main" id="{DBFE53FC-D7BB-1A2B-46E7-033CCEDBA5A7}"/>
              </a:ext>
            </a:extLst>
          </p:cNvPr>
          <p:cNvSpPr txBox="1"/>
          <p:nvPr/>
        </p:nvSpPr>
        <p:spPr>
          <a:xfrm>
            <a:off x="5875493" y="1050916"/>
            <a:ext cx="6096000" cy="369332"/>
          </a:xfrm>
          <a:prstGeom prst="rect">
            <a:avLst/>
          </a:prstGeom>
          <a:noFill/>
        </p:spPr>
        <p:txBody>
          <a:bodyPr wrap="square">
            <a:spAutoFit/>
          </a:bodyPr>
          <a:lstStyle/>
          <a:p>
            <a:r>
              <a:rPr lang="nl-BE" b="1" dirty="0">
                <a:latin typeface="Gotham" panose="02000603040000020004" pitchFamily="2" charset="0"/>
                <a:ea typeface="Verdana" panose="020B0604030504040204" pitchFamily="34" charset="0"/>
              </a:rPr>
              <a:t>Rapportage</a:t>
            </a:r>
            <a:endParaRPr lang="nl-BE" b="1" dirty="0"/>
          </a:p>
        </p:txBody>
      </p:sp>
    </p:spTree>
    <p:extLst>
      <p:ext uri="{BB962C8B-B14F-4D97-AF65-F5344CB8AC3E}">
        <p14:creationId xmlns:p14="http://schemas.microsoft.com/office/powerpoint/2010/main" val="1475716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8</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a:xfrm>
            <a:off x="6552121" y="620713"/>
            <a:ext cx="5003800" cy="1385085"/>
          </a:xfrm>
        </p:spPr>
        <p:txBody>
          <a:bodyPr/>
          <a:lstStyle/>
          <a:p>
            <a:r>
              <a:rPr lang="nl-BE" dirty="0"/>
              <a:t>Assumpties regressieanalyse</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9" name="Tijdelijke aanduiding voor afbeelding 8">
            <a:extLst>
              <a:ext uri="{FF2B5EF4-FFF2-40B4-BE49-F238E27FC236}">
                <a16:creationId xmlns:a16="http://schemas.microsoft.com/office/drawing/2014/main" id="{04BFA3DA-DFC8-E74A-BE29-3A9BE645EEE9}"/>
              </a:ext>
            </a:extLst>
          </p:cNvPr>
          <p:cNvPicPr>
            <a:picLocks noGrp="1" noChangeAspect="1"/>
          </p:cNvPicPr>
          <p:nvPr>
            <p:ph type="pic" idx="1"/>
          </p:nvPr>
        </p:nvPicPr>
        <p:blipFill rotWithShape="1">
          <a:blip r:embed="rId3"/>
          <a:srcRect t="-18231" b="-18231"/>
          <a:stretch/>
        </p:blipFill>
        <p:spPr>
          <a:xfrm>
            <a:off x="623889" y="620713"/>
            <a:ext cx="5145732" cy="5616575"/>
          </a:xfrm>
        </p:spPr>
      </p:pic>
    </p:spTree>
    <p:extLst>
      <p:ext uri="{BB962C8B-B14F-4D97-AF65-F5344CB8AC3E}">
        <p14:creationId xmlns:p14="http://schemas.microsoft.com/office/powerpoint/2010/main" val="1472862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8CDACA-52F2-B544-8FC1-530354D991FF}"/>
              </a:ext>
            </a:extLst>
          </p:cNvPr>
          <p:cNvSpPr>
            <a:spLocks noGrp="1"/>
          </p:cNvSpPr>
          <p:nvPr>
            <p:ph type="title"/>
          </p:nvPr>
        </p:nvSpPr>
        <p:spPr/>
        <p:txBody>
          <a:bodyPr/>
          <a:lstStyle/>
          <a:p>
            <a:r>
              <a:rPr lang="nl-BE" dirty="0"/>
              <a:t>Waarom lineair?</a:t>
            </a:r>
          </a:p>
        </p:txBody>
      </p:sp>
      <p:sp>
        <p:nvSpPr>
          <p:cNvPr id="3" name="Tijdelijke aanduiding voor dianummer 2">
            <a:extLst>
              <a:ext uri="{FF2B5EF4-FFF2-40B4-BE49-F238E27FC236}">
                <a16:creationId xmlns:a16="http://schemas.microsoft.com/office/drawing/2014/main" id="{00B47242-72CD-5D4E-BFDA-DD3596F880C2}"/>
              </a:ext>
            </a:extLst>
          </p:cNvPr>
          <p:cNvSpPr>
            <a:spLocks noGrp="1"/>
          </p:cNvSpPr>
          <p:nvPr>
            <p:ph type="sldNum" sz="quarter" idx="10"/>
          </p:nvPr>
        </p:nvSpPr>
        <p:spPr/>
        <p:txBody>
          <a:bodyPr/>
          <a:lstStyle/>
          <a:p>
            <a:fld id="{E038E271-308C-2E46-A3EC-56326F9084CC}" type="slidenum">
              <a:rPr lang="nl-BE" smtClean="0"/>
              <a:pPr/>
              <a:t>9</a:t>
            </a:fld>
            <a:endParaRPr lang="nl-BE" dirty="0"/>
          </a:p>
        </p:txBody>
      </p:sp>
      <p:sp>
        <p:nvSpPr>
          <p:cNvPr id="4" name="Tijdelijke aanduiding voor inhoud 3">
            <a:extLst>
              <a:ext uri="{FF2B5EF4-FFF2-40B4-BE49-F238E27FC236}">
                <a16:creationId xmlns:a16="http://schemas.microsoft.com/office/drawing/2014/main" id="{6B6BC146-99F3-8146-B708-09DF0CE85727}"/>
              </a:ext>
            </a:extLst>
          </p:cNvPr>
          <p:cNvSpPr>
            <a:spLocks noGrp="1"/>
          </p:cNvSpPr>
          <p:nvPr>
            <p:ph idx="1"/>
          </p:nvPr>
        </p:nvSpPr>
        <p:spPr/>
        <p:txBody>
          <a:bodyPr wrap="square"/>
          <a:lstStyle/>
          <a:p>
            <a:pPr marL="514350" indent="-514350">
              <a:buFont typeface="+mj-lt"/>
              <a:buAutoNum type="arabicPeriod"/>
              <a:defRPr/>
            </a:pPr>
            <a:r>
              <a:rPr lang="nl-BE" dirty="0">
                <a:ea typeface="ＭＳ Ｐゴシック" charset="0"/>
                <a:cs typeface="ＭＳ Ｐゴシック" charset="0"/>
              </a:rPr>
              <a:t>Empirisch vaak voorkomend</a:t>
            </a:r>
          </a:p>
          <a:p>
            <a:pPr marL="514350" indent="-514350">
              <a:buFont typeface="+mj-lt"/>
              <a:buAutoNum type="arabicPeriod"/>
              <a:defRPr/>
            </a:pPr>
            <a:r>
              <a:rPr lang="nl-BE" dirty="0">
                <a:ea typeface="ＭＳ Ｐゴシック" charset="0"/>
                <a:cs typeface="ＭＳ Ｐゴシック" charset="0"/>
              </a:rPr>
              <a:t>Spaarzaam</a:t>
            </a:r>
          </a:p>
          <a:p>
            <a:pPr marL="514350" indent="-514350">
              <a:buFont typeface="+mj-lt"/>
              <a:buAutoNum type="arabicPeriod"/>
              <a:defRPr/>
            </a:pPr>
            <a:r>
              <a:rPr lang="nl-BE" dirty="0">
                <a:ea typeface="ＭＳ Ｐゴシック" charset="0"/>
                <a:cs typeface="ＭＳ Ｐゴシック" charset="0"/>
              </a:rPr>
              <a:t>Theorie zegt meestal weinig over mogelijke vorm van niet-lineaire verbanden</a:t>
            </a:r>
          </a:p>
          <a:p>
            <a:pPr marL="514350" indent="-514350">
              <a:buFont typeface="+mj-lt"/>
              <a:buAutoNum type="arabicPeriod"/>
              <a:defRPr/>
            </a:pPr>
            <a:endParaRPr lang="nl-BE" dirty="0">
              <a:ea typeface="ＭＳ Ｐゴシック" charset="0"/>
              <a:cs typeface="ＭＳ Ｐゴシック" charset="0"/>
            </a:endParaRPr>
          </a:p>
        </p:txBody>
      </p:sp>
    </p:spTree>
    <p:extLst>
      <p:ext uri="{BB962C8B-B14F-4D97-AF65-F5344CB8AC3E}">
        <p14:creationId xmlns:p14="http://schemas.microsoft.com/office/powerpoint/2010/main" val="3864030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02075D-01DB-5641-A1B9-A88661F2F7D9}"/>
              </a:ext>
            </a:extLst>
          </p:cNvPr>
          <p:cNvSpPr>
            <a:spLocks noGrp="1"/>
          </p:cNvSpPr>
          <p:nvPr>
            <p:ph type="title"/>
          </p:nvPr>
        </p:nvSpPr>
        <p:spPr/>
        <p:txBody>
          <a:bodyPr/>
          <a:lstStyle/>
          <a:p>
            <a:r>
              <a:rPr lang="nl-BE" dirty="0"/>
              <a:t>Homoscedasticiteit</a:t>
            </a:r>
          </a:p>
        </p:txBody>
      </p:sp>
      <p:sp>
        <p:nvSpPr>
          <p:cNvPr id="3" name="Tijdelijke aanduiding voor dianummer 2">
            <a:extLst>
              <a:ext uri="{FF2B5EF4-FFF2-40B4-BE49-F238E27FC236}">
                <a16:creationId xmlns:a16="http://schemas.microsoft.com/office/drawing/2014/main" id="{1D09AFEE-7ACD-CF48-B371-C7350AC15FA4}"/>
              </a:ext>
            </a:extLst>
          </p:cNvPr>
          <p:cNvSpPr>
            <a:spLocks noGrp="1"/>
          </p:cNvSpPr>
          <p:nvPr>
            <p:ph type="sldNum" sz="quarter" idx="10"/>
          </p:nvPr>
        </p:nvSpPr>
        <p:spPr/>
        <p:txBody>
          <a:bodyPr/>
          <a:lstStyle/>
          <a:p>
            <a:fld id="{E038E271-308C-2E46-A3EC-56326F9084CC}" type="slidenum">
              <a:rPr lang="nl-BE" smtClean="0"/>
              <a:pPr/>
              <a:t>10</a:t>
            </a:fld>
            <a:endParaRPr lang="nl-BE" dirty="0"/>
          </a:p>
        </p:txBody>
      </p:sp>
      <p:sp>
        <p:nvSpPr>
          <p:cNvPr id="4" name="Tijdelijke aanduiding voor inhoud 3">
            <a:extLst>
              <a:ext uri="{FF2B5EF4-FFF2-40B4-BE49-F238E27FC236}">
                <a16:creationId xmlns:a16="http://schemas.microsoft.com/office/drawing/2014/main" id="{6B207432-7744-084A-90BA-C425098D91D9}"/>
              </a:ext>
            </a:extLst>
          </p:cNvPr>
          <p:cNvSpPr>
            <a:spLocks noGrp="1"/>
          </p:cNvSpPr>
          <p:nvPr>
            <p:ph idx="1"/>
          </p:nvPr>
        </p:nvSpPr>
        <p:spPr>
          <a:xfrm>
            <a:off x="623887" y="1560303"/>
            <a:ext cx="10944226" cy="4660279"/>
          </a:xfrm>
        </p:spPr>
        <p:txBody>
          <a:bodyPr/>
          <a:lstStyle/>
          <a:p>
            <a:r>
              <a:rPr lang="nl-BE" altLang="nl-BE" i="1" dirty="0"/>
              <a:t>Variantie in Y is constant en bijgevolg NIET afhankelijk van X </a:t>
            </a:r>
            <a:endParaRPr lang="nl-BE" i="1" dirty="0"/>
          </a:p>
        </p:txBody>
      </p:sp>
      <p:pic>
        <p:nvPicPr>
          <p:cNvPr id="6" name="Afbeelding 5">
            <a:extLst>
              <a:ext uri="{FF2B5EF4-FFF2-40B4-BE49-F238E27FC236}">
                <a16:creationId xmlns:a16="http://schemas.microsoft.com/office/drawing/2014/main" id="{4A7BF598-F5CB-434E-9800-F08372DB4069}"/>
              </a:ext>
            </a:extLst>
          </p:cNvPr>
          <p:cNvPicPr>
            <a:picLocks noChangeAspect="1"/>
          </p:cNvPicPr>
          <p:nvPr/>
        </p:nvPicPr>
        <p:blipFill>
          <a:blip r:embed="rId3"/>
          <a:stretch>
            <a:fillRect/>
          </a:stretch>
        </p:blipFill>
        <p:spPr>
          <a:xfrm>
            <a:off x="2150110" y="2552700"/>
            <a:ext cx="7556500" cy="3276600"/>
          </a:xfrm>
          <a:prstGeom prst="rect">
            <a:avLst/>
          </a:prstGeom>
        </p:spPr>
      </p:pic>
      <p:grpSp>
        <p:nvGrpSpPr>
          <p:cNvPr id="15" name="Groep 14">
            <a:extLst>
              <a:ext uri="{FF2B5EF4-FFF2-40B4-BE49-F238E27FC236}">
                <a16:creationId xmlns:a16="http://schemas.microsoft.com/office/drawing/2014/main" id="{0C466101-06BB-BD4A-BF4E-A2073979FE67}"/>
              </a:ext>
            </a:extLst>
          </p:cNvPr>
          <p:cNvGrpSpPr/>
          <p:nvPr/>
        </p:nvGrpSpPr>
        <p:grpSpPr>
          <a:xfrm>
            <a:off x="3769513" y="5757342"/>
            <a:ext cx="511043" cy="553105"/>
            <a:chOff x="1379881" y="3986783"/>
            <a:chExt cx="511043" cy="553105"/>
          </a:xfrm>
        </p:grpSpPr>
        <p:sp>
          <p:nvSpPr>
            <p:cNvPr id="13" name="Rechthoek 12">
              <a:extLst>
                <a:ext uri="{FF2B5EF4-FFF2-40B4-BE49-F238E27FC236}">
                  <a16:creationId xmlns:a16="http://schemas.microsoft.com/office/drawing/2014/main" id="{7C7BD959-8DBB-D44A-AECE-D04600BA5FF2}"/>
                </a:ext>
              </a:extLst>
            </p:cNvPr>
            <p:cNvSpPr/>
            <p:nvPr/>
          </p:nvSpPr>
          <p:spPr bwMode="auto">
            <a:xfrm>
              <a:off x="1380771" y="3986783"/>
              <a:ext cx="510153" cy="530625"/>
            </a:xfrm>
            <a:prstGeom prst="rect">
              <a:avLst/>
            </a:prstGeom>
            <a:solidFill>
              <a:schemeClr val="accent6"/>
            </a:solidFill>
            <a:ln>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7" name="Afbeelding 6" descr="Afbeelding met tafel&#10;&#10;Automatisch gegenereerde beschrijving">
              <a:extLst>
                <a:ext uri="{FF2B5EF4-FFF2-40B4-BE49-F238E27FC236}">
                  <a16:creationId xmlns:a16="http://schemas.microsoft.com/office/drawing/2014/main" id="{52DCEAA4-09B0-054E-BD9E-3941BE5B9DB6}"/>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64625" b="71797" l="2187" r="9943"/>
                      </a14:imgEffect>
                    </a14:imgLayer>
                  </a14:imgProps>
                </a:ext>
              </a:extLst>
            </a:blip>
            <a:srcRect l="2214" t="64081" r="90855" b="27307"/>
            <a:stretch/>
          </p:blipFill>
          <p:spPr>
            <a:xfrm>
              <a:off x="1379881" y="4009263"/>
              <a:ext cx="510155" cy="530625"/>
            </a:xfrm>
            <a:prstGeom prst="rect">
              <a:avLst/>
            </a:prstGeom>
          </p:spPr>
        </p:pic>
      </p:grpSp>
      <p:grpSp>
        <p:nvGrpSpPr>
          <p:cNvPr id="14" name="Groep 13">
            <a:extLst>
              <a:ext uri="{FF2B5EF4-FFF2-40B4-BE49-F238E27FC236}">
                <a16:creationId xmlns:a16="http://schemas.microsoft.com/office/drawing/2014/main" id="{F5871ABE-4B02-B240-9AB2-E1FC2B9AC2AA}"/>
              </a:ext>
            </a:extLst>
          </p:cNvPr>
          <p:cNvGrpSpPr/>
          <p:nvPr/>
        </p:nvGrpSpPr>
        <p:grpSpPr>
          <a:xfrm>
            <a:off x="7425294" y="5757342"/>
            <a:ext cx="551163" cy="530625"/>
            <a:chOff x="1338873" y="4767072"/>
            <a:chExt cx="551163" cy="530625"/>
          </a:xfrm>
          <a:solidFill>
            <a:schemeClr val="accent2"/>
          </a:solidFill>
        </p:grpSpPr>
        <p:sp>
          <p:nvSpPr>
            <p:cNvPr id="12" name="Rechthoek 11">
              <a:extLst>
                <a:ext uri="{FF2B5EF4-FFF2-40B4-BE49-F238E27FC236}">
                  <a16:creationId xmlns:a16="http://schemas.microsoft.com/office/drawing/2014/main" id="{4E9015E0-A0EE-B449-98E0-5E9283C1C032}"/>
                </a:ext>
              </a:extLst>
            </p:cNvPr>
            <p:cNvSpPr/>
            <p:nvPr/>
          </p:nvSpPr>
          <p:spPr bwMode="auto">
            <a:xfrm>
              <a:off x="1379882" y="4767072"/>
              <a:ext cx="510154" cy="530625"/>
            </a:xfrm>
            <a:prstGeom prst="rect">
              <a:avLst/>
            </a:prstGeom>
            <a:grpFill/>
            <a:ln>
              <a:solidFill>
                <a:schemeClr val="accent2"/>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9" name="Afbeelding 8" descr="Afbeelding met tafel&#10;&#10;Automatisch gegenereerde beschrijving">
              <a:extLst>
                <a:ext uri="{FF2B5EF4-FFF2-40B4-BE49-F238E27FC236}">
                  <a16:creationId xmlns:a16="http://schemas.microsoft.com/office/drawing/2014/main" id="{42533452-5AB5-4F4D-9580-A1A6AABD9EF8}"/>
                </a:ext>
              </a:extLst>
            </p:cNvPr>
            <p:cNvPicPr>
              <a:picLocks noChangeAspect="1"/>
            </p:cNvPicPr>
            <p:nvPr/>
          </p:nvPicPr>
          <p:blipFill rotWithShape="1">
            <a:blip r:embed="rId6">
              <a:extLst>
                <a:ext uri="{BEBA8EAE-BF5A-486C-A8C5-ECC9F3942E4B}">
                  <a14:imgProps xmlns:a14="http://schemas.microsoft.com/office/drawing/2010/main">
                    <a14:imgLayer r:embed="rId5">
                      <a14:imgEffect>
                        <a14:backgroundRemoval t="64250" b="71422" l="53033" r="59788"/>
                      </a14:imgEffect>
                    </a14:imgLayer>
                  </a14:imgProps>
                </a:ext>
              </a:extLst>
            </a:blip>
            <a:srcRect l="52189" t="63707" r="40880" b="27681"/>
            <a:stretch/>
          </p:blipFill>
          <p:spPr>
            <a:xfrm>
              <a:off x="1338873" y="4767072"/>
              <a:ext cx="510153" cy="530625"/>
            </a:xfrm>
            <a:prstGeom prst="rect">
              <a:avLst/>
            </a:prstGeom>
            <a:grpFill/>
            <a:ln>
              <a:solidFill>
                <a:schemeClr val="accent2"/>
              </a:solidFill>
            </a:ln>
          </p:spPr>
        </p:pic>
      </p:grpSp>
    </p:spTree>
    <p:extLst>
      <p:ext uri="{BB962C8B-B14F-4D97-AF65-F5344CB8AC3E}">
        <p14:creationId xmlns:p14="http://schemas.microsoft.com/office/powerpoint/2010/main" val="1555088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02075D-01DB-5641-A1B9-A88661F2F7D9}"/>
              </a:ext>
            </a:extLst>
          </p:cNvPr>
          <p:cNvSpPr>
            <a:spLocks noGrp="1"/>
          </p:cNvSpPr>
          <p:nvPr>
            <p:ph type="title"/>
          </p:nvPr>
        </p:nvSpPr>
        <p:spPr/>
        <p:txBody>
          <a:bodyPr/>
          <a:lstStyle/>
          <a:p>
            <a:r>
              <a:rPr lang="nl-BE" dirty="0"/>
              <a:t>Geen outliers</a:t>
            </a:r>
          </a:p>
        </p:txBody>
      </p:sp>
      <p:sp>
        <p:nvSpPr>
          <p:cNvPr id="3" name="Tijdelijke aanduiding voor dianummer 2">
            <a:extLst>
              <a:ext uri="{FF2B5EF4-FFF2-40B4-BE49-F238E27FC236}">
                <a16:creationId xmlns:a16="http://schemas.microsoft.com/office/drawing/2014/main" id="{1D09AFEE-7ACD-CF48-B371-C7350AC15FA4}"/>
              </a:ext>
            </a:extLst>
          </p:cNvPr>
          <p:cNvSpPr>
            <a:spLocks noGrp="1"/>
          </p:cNvSpPr>
          <p:nvPr>
            <p:ph type="sldNum" sz="quarter" idx="10"/>
          </p:nvPr>
        </p:nvSpPr>
        <p:spPr/>
        <p:txBody>
          <a:bodyPr/>
          <a:lstStyle/>
          <a:p>
            <a:fld id="{E038E271-308C-2E46-A3EC-56326F9084CC}" type="slidenum">
              <a:rPr lang="nl-BE" smtClean="0"/>
              <a:pPr/>
              <a:t>11</a:t>
            </a:fld>
            <a:endParaRPr lang="nl-BE" dirty="0"/>
          </a:p>
        </p:txBody>
      </p:sp>
      <p:sp>
        <p:nvSpPr>
          <p:cNvPr id="4" name="Tijdelijke aanduiding voor inhoud 3">
            <a:extLst>
              <a:ext uri="{FF2B5EF4-FFF2-40B4-BE49-F238E27FC236}">
                <a16:creationId xmlns:a16="http://schemas.microsoft.com/office/drawing/2014/main" id="{6B207432-7744-084A-90BA-C425098D91D9}"/>
              </a:ext>
            </a:extLst>
          </p:cNvPr>
          <p:cNvSpPr>
            <a:spLocks noGrp="1"/>
          </p:cNvSpPr>
          <p:nvPr>
            <p:ph idx="1"/>
          </p:nvPr>
        </p:nvSpPr>
        <p:spPr/>
        <p:txBody>
          <a:bodyPr/>
          <a:lstStyle/>
          <a:p>
            <a:pPr marL="0" indent="0">
              <a:buNone/>
            </a:pPr>
            <a:endParaRPr lang="nl-BE" dirty="0"/>
          </a:p>
        </p:txBody>
      </p:sp>
      <p:pic>
        <p:nvPicPr>
          <p:cNvPr id="6" name="Afbeelding 5">
            <a:extLst>
              <a:ext uri="{FF2B5EF4-FFF2-40B4-BE49-F238E27FC236}">
                <a16:creationId xmlns:a16="http://schemas.microsoft.com/office/drawing/2014/main" id="{85FB23A4-D4D9-8444-9DE5-C9782A7F5C83}"/>
              </a:ext>
            </a:extLst>
          </p:cNvPr>
          <p:cNvPicPr>
            <a:picLocks noChangeAspect="1"/>
          </p:cNvPicPr>
          <p:nvPr/>
        </p:nvPicPr>
        <p:blipFill>
          <a:blip r:embed="rId3"/>
          <a:stretch>
            <a:fillRect/>
          </a:stretch>
        </p:blipFill>
        <p:spPr>
          <a:xfrm>
            <a:off x="2082800" y="2421690"/>
            <a:ext cx="7569200" cy="3365500"/>
          </a:xfrm>
          <a:prstGeom prst="rect">
            <a:avLst/>
          </a:prstGeom>
        </p:spPr>
      </p:pic>
      <p:grpSp>
        <p:nvGrpSpPr>
          <p:cNvPr id="20" name="Groep 19">
            <a:extLst>
              <a:ext uri="{FF2B5EF4-FFF2-40B4-BE49-F238E27FC236}">
                <a16:creationId xmlns:a16="http://schemas.microsoft.com/office/drawing/2014/main" id="{F7605DF1-9B79-D74A-8A96-A5349DA61C14}"/>
              </a:ext>
            </a:extLst>
          </p:cNvPr>
          <p:cNvGrpSpPr/>
          <p:nvPr/>
        </p:nvGrpSpPr>
        <p:grpSpPr>
          <a:xfrm>
            <a:off x="3769513" y="5757342"/>
            <a:ext cx="511043" cy="553105"/>
            <a:chOff x="1379881" y="3986783"/>
            <a:chExt cx="511043" cy="553105"/>
          </a:xfrm>
        </p:grpSpPr>
        <p:sp>
          <p:nvSpPr>
            <p:cNvPr id="21" name="Rechthoek 20">
              <a:extLst>
                <a:ext uri="{FF2B5EF4-FFF2-40B4-BE49-F238E27FC236}">
                  <a16:creationId xmlns:a16="http://schemas.microsoft.com/office/drawing/2014/main" id="{F1523D69-582B-CC46-8D0E-0A8FAF5D03F9}"/>
                </a:ext>
              </a:extLst>
            </p:cNvPr>
            <p:cNvSpPr/>
            <p:nvPr/>
          </p:nvSpPr>
          <p:spPr bwMode="auto">
            <a:xfrm>
              <a:off x="1380771" y="3986783"/>
              <a:ext cx="510153" cy="530625"/>
            </a:xfrm>
            <a:prstGeom prst="rect">
              <a:avLst/>
            </a:prstGeom>
            <a:solidFill>
              <a:schemeClr val="accent6"/>
            </a:solidFill>
            <a:ln>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22" name="Afbeelding 21" descr="Afbeelding met tafel&#10;&#10;Automatisch gegenereerde beschrijving">
              <a:extLst>
                <a:ext uri="{FF2B5EF4-FFF2-40B4-BE49-F238E27FC236}">
                  <a16:creationId xmlns:a16="http://schemas.microsoft.com/office/drawing/2014/main" id="{BCA183A7-F3E5-F942-9B40-719C27EEACDE}"/>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64625" b="71797" l="2187" r="9943"/>
                      </a14:imgEffect>
                    </a14:imgLayer>
                  </a14:imgProps>
                </a:ext>
              </a:extLst>
            </a:blip>
            <a:srcRect l="2214" t="64081" r="90855" b="27307"/>
            <a:stretch/>
          </p:blipFill>
          <p:spPr>
            <a:xfrm>
              <a:off x="1379881" y="4009263"/>
              <a:ext cx="510155" cy="530625"/>
            </a:xfrm>
            <a:prstGeom prst="rect">
              <a:avLst/>
            </a:prstGeom>
          </p:spPr>
        </p:pic>
      </p:grpSp>
      <p:grpSp>
        <p:nvGrpSpPr>
          <p:cNvPr id="23" name="Groep 22">
            <a:extLst>
              <a:ext uri="{FF2B5EF4-FFF2-40B4-BE49-F238E27FC236}">
                <a16:creationId xmlns:a16="http://schemas.microsoft.com/office/drawing/2014/main" id="{BE951B01-3A22-6746-B56F-C8B93976F23E}"/>
              </a:ext>
            </a:extLst>
          </p:cNvPr>
          <p:cNvGrpSpPr/>
          <p:nvPr/>
        </p:nvGrpSpPr>
        <p:grpSpPr>
          <a:xfrm>
            <a:off x="7425294" y="5757342"/>
            <a:ext cx="551163" cy="530625"/>
            <a:chOff x="1338873" y="4767072"/>
            <a:chExt cx="551163" cy="530625"/>
          </a:xfrm>
          <a:solidFill>
            <a:schemeClr val="accent2"/>
          </a:solidFill>
        </p:grpSpPr>
        <p:sp>
          <p:nvSpPr>
            <p:cNvPr id="24" name="Rechthoek 23">
              <a:extLst>
                <a:ext uri="{FF2B5EF4-FFF2-40B4-BE49-F238E27FC236}">
                  <a16:creationId xmlns:a16="http://schemas.microsoft.com/office/drawing/2014/main" id="{DAD0A291-FE0D-844A-96E7-4B4A08A95F41}"/>
                </a:ext>
              </a:extLst>
            </p:cNvPr>
            <p:cNvSpPr/>
            <p:nvPr/>
          </p:nvSpPr>
          <p:spPr bwMode="auto">
            <a:xfrm>
              <a:off x="1379882" y="4767072"/>
              <a:ext cx="510154" cy="530625"/>
            </a:xfrm>
            <a:prstGeom prst="rect">
              <a:avLst/>
            </a:prstGeom>
            <a:grpFill/>
            <a:ln>
              <a:solidFill>
                <a:schemeClr val="accent2"/>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25" name="Afbeelding 24" descr="Afbeelding met tafel&#10;&#10;Automatisch gegenereerde beschrijving">
              <a:extLst>
                <a:ext uri="{FF2B5EF4-FFF2-40B4-BE49-F238E27FC236}">
                  <a16:creationId xmlns:a16="http://schemas.microsoft.com/office/drawing/2014/main" id="{7F403482-3530-0545-97B5-E02E29222AF0}"/>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64250" b="71422" l="53033" r="59788"/>
                      </a14:imgEffect>
                    </a14:imgLayer>
                  </a14:imgProps>
                </a:ext>
              </a:extLst>
            </a:blip>
            <a:srcRect l="52189" t="63707" r="40880" b="27681"/>
            <a:stretch/>
          </p:blipFill>
          <p:spPr>
            <a:xfrm>
              <a:off x="1338873" y="4767072"/>
              <a:ext cx="510153" cy="530625"/>
            </a:xfrm>
            <a:prstGeom prst="rect">
              <a:avLst/>
            </a:prstGeom>
            <a:grpFill/>
            <a:ln>
              <a:solidFill>
                <a:schemeClr val="accent2"/>
              </a:solidFill>
            </a:ln>
          </p:spPr>
        </p:pic>
      </p:grpSp>
    </p:spTree>
    <p:extLst>
      <p:ext uri="{BB962C8B-B14F-4D97-AF65-F5344CB8AC3E}">
        <p14:creationId xmlns:p14="http://schemas.microsoft.com/office/powerpoint/2010/main" val="2542113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F12EBA-883D-3F4B-AEBD-64E44985255A}"/>
              </a:ext>
            </a:extLst>
          </p:cNvPr>
          <p:cNvSpPr>
            <a:spLocks noGrp="1"/>
          </p:cNvSpPr>
          <p:nvPr>
            <p:ph type="title"/>
          </p:nvPr>
        </p:nvSpPr>
        <p:spPr/>
        <p:txBody>
          <a:bodyPr/>
          <a:lstStyle/>
          <a:p>
            <a:r>
              <a:rPr lang="nl-BE" dirty="0"/>
              <a:t>Geen clustering</a:t>
            </a:r>
          </a:p>
        </p:txBody>
      </p:sp>
      <p:sp>
        <p:nvSpPr>
          <p:cNvPr id="4" name="Tijdelijke aanduiding voor inhoud 3">
            <a:extLst>
              <a:ext uri="{FF2B5EF4-FFF2-40B4-BE49-F238E27FC236}">
                <a16:creationId xmlns:a16="http://schemas.microsoft.com/office/drawing/2014/main" id="{BE03C72B-29CD-E544-BD40-364BA78E179C}"/>
              </a:ext>
            </a:extLst>
          </p:cNvPr>
          <p:cNvSpPr>
            <a:spLocks noGrp="1"/>
          </p:cNvSpPr>
          <p:nvPr>
            <p:ph idx="1"/>
          </p:nvPr>
        </p:nvSpPr>
        <p:spPr/>
        <p:txBody>
          <a:bodyPr/>
          <a:lstStyle/>
          <a:p>
            <a:pPr>
              <a:lnSpc>
                <a:spcPct val="80000"/>
              </a:lnSpc>
            </a:pPr>
            <a:endParaRPr lang="nl-BE" b="0" dirty="0"/>
          </a:p>
          <a:p>
            <a:pPr>
              <a:lnSpc>
                <a:spcPct val="80000"/>
              </a:lnSpc>
            </a:pPr>
            <a:endParaRPr lang="nl-BE" b="0" dirty="0"/>
          </a:p>
        </p:txBody>
      </p:sp>
      <p:sp>
        <p:nvSpPr>
          <p:cNvPr id="3" name="Tijdelijke aanduiding voor dianummer 2">
            <a:extLst>
              <a:ext uri="{FF2B5EF4-FFF2-40B4-BE49-F238E27FC236}">
                <a16:creationId xmlns:a16="http://schemas.microsoft.com/office/drawing/2014/main" id="{BC7A5354-21EE-1040-9BFC-0BD51468498B}"/>
              </a:ext>
            </a:extLst>
          </p:cNvPr>
          <p:cNvSpPr>
            <a:spLocks noGrp="1"/>
          </p:cNvSpPr>
          <p:nvPr>
            <p:ph type="sldNum" sz="quarter" idx="10"/>
          </p:nvPr>
        </p:nvSpPr>
        <p:spPr/>
        <p:txBody>
          <a:bodyPr/>
          <a:lstStyle/>
          <a:p>
            <a:fld id="{E038E271-308C-2E46-A3EC-56326F9084CC}" type="slidenum">
              <a:rPr lang="nl-BE" smtClean="0"/>
              <a:pPr/>
              <a:t>12</a:t>
            </a:fld>
            <a:endParaRPr lang="nl-BE" dirty="0"/>
          </a:p>
        </p:txBody>
      </p:sp>
      <p:pic>
        <p:nvPicPr>
          <p:cNvPr id="8" name="Afbeelding 7">
            <a:extLst>
              <a:ext uri="{FF2B5EF4-FFF2-40B4-BE49-F238E27FC236}">
                <a16:creationId xmlns:a16="http://schemas.microsoft.com/office/drawing/2014/main" id="{9402C7ED-AACF-CF4B-9BDF-164CD798DC79}"/>
              </a:ext>
            </a:extLst>
          </p:cNvPr>
          <p:cNvPicPr>
            <a:picLocks noChangeAspect="1"/>
          </p:cNvPicPr>
          <p:nvPr/>
        </p:nvPicPr>
        <p:blipFill>
          <a:blip r:embed="rId3"/>
          <a:stretch>
            <a:fillRect/>
          </a:stretch>
        </p:blipFill>
        <p:spPr>
          <a:xfrm>
            <a:off x="2221230" y="2616921"/>
            <a:ext cx="7505700" cy="3225800"/>
          </a:xfrm>
          <a:prstGeom prst="rect">
            <a:avLst/>
          </a:prstGeom>
        </p:spPr>
      </p:pic>
      <p:grpSp>
        <p:nvGrpSpPr>
          <p:cNvPr id="17" name="Groep 16">
            <a:extLst>
              <a:ext uri="{FF2B5EF4-FFF2-40B4-BE49-F238E27FC236}">
                <a16:creationId xmlns:a16="http://schemas.microsoft.com/office/drawing/2014/main" id="{BAD8D904-69BB-A447-B0FB-B94C56F65BE3}"/>
              </a:ext>
            </a:extLst>
          </p:cNvPr>
          <p:cNvGrpSpPr/>
          <p:nvPr/>
        </p:nvGrpSpPr>
        <p:grpSpPr>
          <a:xfrm>
            <a:off x="3769513" y="5757342"/>
            <a:ext cx="511043" cy="553105"/>
            <a:chOff x="1379881" y="3986783"/>
            <a:chExt cx="511043" cy="553105"/>
          </a:xfrm>
        </p:grpSpPr>
        <p:sp>
          <p:nvSpPr>
            <p:cNvPr id="18" name="Rechthoek 17">
              <a:extLst>
                <a:ext uri="{FF2B5EF4-FFF2-40B4-BE49-F238E27FC236}">
                  <a16:creationId xmlns:a16="http://schemas.microsoft.com/office/drawing/2014/main" id="{6E513583-81B8-A041-831A-F81D85D5FE70}"/>
                </a:ext>
              </a:extLst>
            </p:cNvPr>
            <p:cNvSpPr/>
            <p:nvPr/>
          </p:nvSpPr>
          <p:spPr bwMode="auto">
            <a:xfrm>
              <a:off x="1380771" y="3986783"/>
              <a:ext cx="510153" cy="530625"/>
            </a:xfrm>
            <a:prstGeom prst="rect">
              <a:avLst/>
            </a:prstGeom>
            <a:solidFill>
              <a:schemeClr val="accent6"/>
            </a:solidFill>
            <a:ln>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19" name="Afbeelding 18" descr="Afbeelding met tafel&#10;&#10;Automatisch gegenereerde beschrijving">
              <a:extLst>
                <a:ext uri="{FF2B5EF4-FFF2-40B4-BE49-F238E27FC236}">
                  <a16:creationId xmlns:a16="http://schemas.microsoft.com/office/drawing/2014/main" id="{F3AD67B2-9E2F-3C4D-BC90-EFE9FBDDAD07}"/>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64625" b="71797" l="2187" r="9943"/>
                      </a14:imgEffect>
                    </a14:imgLayer>
                  </a14:imgProps>
                </a:ext>
              </a:extLst>
            </a:blip>
            <a:srcRect l="2214" t="64081" r="90855" b="27307"/>
            <a:stretch/>
          </p:blipFill>
          <p:spPr>
            <a:xfrm>
              <a:off x="1379881" y="4009263"/>
              <a:ext cx="510155" cy="530625"/>
            </a:xfrm>
            <a:prstGeom prst="rect">
              <a:avLst/>
            </a:prstGeom>
          </p:spPr>
        </p:pic>
      </p:grpSp>
      <p:grpSp>
        <p:nvGrpSpPr>
          <p:cNvPr id="20" name="Groep 19">
            <a:extLst>
              <a:ext uri="{FF2B5EF4-FFF2-40B4-BE49-F238E27FC236}">
                <a16:creationId xmlns:a16="http://schemas.microsoft.com/office/drawing/2014/main" id="{773C3D52-49AA-C943-A94B-6FBE6F7A1D34}"/>
              </a:ext>
            </a:extLst>
          </p:cNvPr>
          <p:cNvGrpSpPr/>
          <p:nvPr/>
        </p:nvGrpSpPr>
        <p:grpSpPr>
          <a:xfrm>
            <a:off x="7425294" y="5757342"/>
            <a:ext cx="551163" cy="530625"/>
            <a:chOff x="1338873" y="4767072"/>
            <a:chExt cx="551163" cy="530625"/>
          </a:xfrm>
          <a:solidFill>
            <a:schemeClr val="accent2"/>
          </a:solidFill>
        </p:grpSpPr>
        <p:sp>
          <p:nvSpPr>
            <p:cNvPr id="21" name="Rechthoek 20">
              <a:extLst>
                <a:ext uri="{FF2B5EF4-FFF2-40B4-BE49-F238E27FC236}">
                  <a16:creationId xmlns:a16="http://schemas.microsoft.com/office/drawing/2014/main" id="{E009F954-BBEC-FE4F-8D14-7C7088250B6A}"/>
                </a:ext>
              </a:extLst>
            </p:cNvPr>
            <p:cNvSpPr/>
            <p:nvPr/>
          </p:nvSpPr>
          <p:spPr bwMode="auto">
            <a:xfrm>
              <a:off x="1379882" y="4767072"/>
              <a:ext cx="510154" cy="530625"/>
            </a:xfrm>
            <a:prstGeom prst="rect">
              <a:avLst/>
            </a:prstGeom>
            <a:grpFill/>
            <a:ln>
              <a:solidFill>
                <a:schemeClr val="accent2"/>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22" name="Afbeelding 21" descr="Afbeelding met tafel&#10;&#10;Automatisch gegenereerde beschrijving">
              <a:extLst>
                <a:ext uri="{FF2B5EF4-FFF2-40B4-BE49-F238E27FC236}">
                  <a16:creationId xmlns:a16="http://schemas.microsoft.com/office/drawing/2014/main" id="{E606BBA6-C4C4-F54E-A21E-CFD088399669}"/>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64250" b="71422" l="53033" r="59788"/>
                      </a14:imgEffect>
                    </a14:imgLayer>
                  </a14:imgProps>
                </a:ext>
              </a:extLst>
            </a:blip>
            <a:srcRect l="52189" t="63707" r="40880" b="27681"/>
            <a:stretch/>
          </p:blipFill>
          <p:spPr>
            <a:xfrm>
              <a:off x="1338873" y="4767072"/>
              <a:ext cx="510153" cy="530625"/>
            </a:xfrm>
            <a:prstGeom prst="rect">
              <a:avLst/>
            </a:prstGeom>
            <a:grpFill/>
            <a:ln>
              <a:solidFill>
                <a:schemeClr val="accent2"/>
              </a:solidFill>
            </a:ln>
          </p:spPr>
        </p:pic>
      </p:grpSp>
    </p:spTree>
    <p:extLst>
      <p:ext uri="{BB962C8B-B14F-4D97-AF65-F5344CB8AC3E}">
        <p14:creationId xmlns:p14="http://schemas.microsoft.com/office/powerpoint/2010/main" val="1643802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D53A5F-9565-1241-B91B-75CA015B4F1E}"/>
              </a:ext>
            </a:extLst>
          </p:cNvPr>
          <p:cNvSpPr>
            <a:spLocks noGrp="1"/>
          </p:cNvSpPr>
          <p:nvPr>
            <p:ph type="title"/>
          </p:nvPr>
        </p:nvSpPr>
        <p:spPr/>
        <p:txBody>
          <a:bodyPr/>
          <a:lstStyle/>
          <a:p>
            <a:r>
              <a:rPr lang="nl-BE" dirty="0"/>
              <a:t>Hoe cont     oleren?</a:t>
            </a:r>
          </a:p>
        </p:txBody>
      </p:sp>
      <p:sp>
        <p:nvSpPr>
          <p:cNvPr id="3" name="Tijdelijke aanduiding voor dianummer 2">
            <a:extLst>
              <a:ext uri="{FF2B5EF4-FFF2-40B4-BE49-F238E27FC236}">
                <a16:creationId xmlns:a16="http://schemas.microsoft.com/office/drawing/2014/main" id="{BA736900-0473-B944-BD95-E00AB303E492}"/>
              </a:ext>
            </a:extLst>
          </p:cNvPr>
          <p:cNvSpPr>
            <a:spLocks noGrp="1"/>
          </p:cNvSpPr>
          <p:nvPr>
            <p:ph type="sldNum" sz="quarter" idx="10"/>
          </p:nvPr>
        </p:nvSpPr>
        <p:spPr/>
        <p:txBody>
          <a:bodyPr/>
          <a:lstStyle/>
          <a:p>
            <a:fld id="{E038E271-308C-2E46-A3EC-56326F9084CC}" type="slidenum">
              <a:rPr lang="nl-BE" smtClean="0"/>
              <a:pPr/>
              <a:t>13</a:t>
            </a:fld>
            <a:endParaRPr lang="nl-BE" dirty="0"/>
          </a:p>
        </p:txBody>
      </p:sp>
      <p:sp>
        <p:nvSpPr>
          <p:cNvPr id="4" name="Tijdelijke aanduiding voor inhoud 3">
            <a:extLst>
              <a:ext uri="{FF2B5EF4-FFF2-40B4-BE49-F238E27FC236}">
                <a16:creationId xmlns:a16="http://schemas.microsoft.com/office/drawing/2014/main" id="{E28437C2-F9CB-9C49-A3E0-079D9C7F3EAE}"/>
              </a:ext>
            </a:extLst>
          </p:cNvPr>
          <p:cNvSpPr>
            <a:spLocks noGrp="1"/>
          </p:cNvSpPr>
          <p:nvPr>
            <p:ph idx="1"/>
          </p:nvPr>
        </p:nvSpPr>
        <p:spPr/>
        <p:txBody>
          <a:bodyPr/>
          <a:lstStyle/>
          <a:p>
            <a:r>
              <a:rPr lang="nl-BE" altLang="nl-BE" dirty="0"/>
              <a:t>Verschillende grafische weergaven:</a:t>
            </a:r>
          </a:p>
          <a:p>
            <a:pPr marL="819140" lvl="1" indent="-457200">
              <a:buFont typeface="+mj-lt"/>
              <a:buAutoNum type="arabicPeriod"/>
            </a:pPr>
            <a:r>
              <a:rPr lang="nl-BE" altLang="nl-BE" dirty="0"/>
              <a:t>Standaardgrafieken uit R</a:t>
            </a:r>
          </a:p>
          <a:p>
            <a:pPr marL="819140" lvl="1" indent="-457200">
              <a:buFont typeface="+mj-lt"/>
              <a:buAutoNum type="arabicPeriod"/>
            </a:pPr>
            <a:r>
              <a:rPr lang="nl-BE" altLang="nl-BE" dirty="0"/>
              <a:t>“Gepersonaliseerde” grafieken via OLP2 functies</a:t>
            </a:r>
          </a:p>
        </p:txBody>
      </p:sp>
      <p:pic>
        <p:nvPicPr>
          <p:cNvPr id="6" name="Picture 2" descr="Afbeeldingsresultaat voor R">
            <a:extLst>
              <a:ext uri="{FF2B5EF4-FFF2-40B4-BE49-F238E27FC236}">
                <a16:creationId xmlns:a16="http://schemas.microsoft.com/office/drawing/2014/main" id="{F6AA02EB-3A6F-744B-AF27-1BFBE9500A5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241502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655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588AB2-F02A-D548-AB99-A1662DE897AA}"/>
              </a:ext>
            </a:extLst>
          </p:cNvPr>
          <p:cNvSpPr>
            <a:spLocks noGrp="1"/>
          </p:cNvSpPr>
          <p:nvPr>
            <p:ph type="title"/>
          </p:nvPr>
        </p:nvSpPr>
        <p:spPr/>
        <p:txBody>
          <a:bodyPr/>
          <a:lstStyle/>
          <a:p>
            <a:r>
              <a:rPr lang="nl-BE" dirty="0"/>
              <a:t>Standaardgrafieken uit R</a:t>
            </a:r>
          </a:p>
        </p:txBody>
      </p:sp>
      <p:sp>
        <p:nvSpPr>
          <p:cNvPr id="3" name="Tijdelijke aanduiding voor dianummer 2">
            <a:extLst>
              <a:ext uri="{FF2B5EF4-FFF2-40B4-BE49-F238E27FC236}">
                <a16:creationId xmlns:a16="http://schemas.microsoft.com/office/drawing/2014/main" id="{685F7AAE-676F-6A4F-A97C-12F1B0A66AB3}"/>
              </a:ext>
            </a:extLst>
          </p:cNvPr>
          <p:cNvSpPr>
            <a:spLocks noGrp="1"/>
          </p:cNvSpPr>
          <p:nvPr>
            <p:ph type="sldNum" sz="quarter" idx="10"/>
          </p:nvPr>
        </p:nvSpPr>
        <p:spPr/>
        <p:txBody>
          <a:bodyPr/>
          <a:lstStyle/>
          <a:p>
            <a:fld id="{E038E271-308C-2E46-A3EC-56326F9084CC}" type="slidenum">
              <a:rPr lang="nl-BE" smtClean="0"/>
              <a:pPr/>
              <a:t>14</a:t>
            </a:fld>
            <a:endParaRPr lang="nl-BE" dirty="0"/>
          </a:p>
        </p:txBody>
      </p:sp>
      <p:sp>
        <p:nvSpPr>
          <p:cNvPr id="4" name="Tijdelijke aanduiding voor inhoud 3">
            <a:extLst>
              <a:ext uri="{FF2B5EF4-FFF2-40B4-BE49-F238E27FC236}">
                <a16:creationId xmlns:a16="http://schemas.microsoft.com/office/drawing/2014/main" id="{C5CEB87B-536E-C340-8E61-F88B34709899}"/>
              </a:ext>
            </a:extLst>
          </p:cNvPr>
          <p:cNvSpPr>
            <a:spLocks noGrp="1"/>
          </p:cNvSpPr>
          <p:nvPr>
            <p:ph idx="1"/>
          </p:nvPr>
        </p:nvSpPr>
        <p:spPr/>
        <p:txBody>
          <a:bodyPr/>
          <a:lstStyle/>
          <a:p>
            <a:pPr marL="0" indent="0">
              <a:buNone/>
            </a:pPr>
            <a:r>
              <a:rPr lang="nl-BE" sz="1600" dirty="0">
                <a:solidFill>
                  <a:srgbClr val="1C00FF"/>
                </a:solidFill>
                <a:latin typeface="Courier New" panose="02070309020205020404" pitchFamily="49" charset="0"/>
                <a:cs typeface="Courier New" panose="02070309020205020404" pitchFamily="49" charset="0"/>
              </a:rPr>
              <a:t>&gt; par(mfrow = c(2,2))</a:t>
            </a:r>
          </a:p>
          <a:p>
            <a:pPr marL="0" indent="0">
              <a:buNone/>
            </a:pPr>
            <a:r>
              <a:rPr lang="nl-BE" sz="1600" dirty="0">
                <a:solidFill>
                  <a:srgbClr val="1C00FF"/>
                </a:solidFill>
                <a:latin typeface="Courier New" panose="02070309020205020404" pitchFamily="49" charset="0"/>
                <a:cs typeface="Courier New" panose="02070309020205020404" pitchFamily="49" charset="0"/>
              </a:rPr>
              <a:t>&gt; plot(Model1)</a:t>
            </a:r>
          </a:p>
        </p:txBody>
      </p:sp>
      <p:pic>
        <p:nvPicPr>
          <p:cNvPr id="5" name="Afbeelding 4">
            <a:extLst>
              <a:ext uri="{FF2B5EF4-FFF2-40B4-BE49-F238E27FC236}">
                <a16:creationId xmlns:a16="http://schemas.microsoft.com/office/drawing/2014/main" id="{1933778E-CE6F-5844-96F0-7C0DE39795AC}"/>
              </a:ext>
            </a:extLst>
          </p:cNvPr>
          <p:cNvPicPr>
            <a:picLocks noChangeAspect="1"/>
          </p:cNvPicPr>
          <p:nvPr/>
        </p:nvPicPr>
        <p:blipFill>
          <a:blip r:embed="rId3"/>
          <a:stretch>
            <a:fillRect/>
          </a:stretch>
        </p:blipFill>
        <p:spPr>
          <a:xfrm>
            <a:off x="3644900" y="1063358"/>
            <a:ext cx="7663180" cy="5794642"/>
          </a:xfrm>
          <a:prstGeom prst="rect">
            <a:avLst/>
          </a:prstGeom>
        </p:spPr>
      </p:pic>
      <p:cxnSp>
        <p:nvCxnSpPr>
          <p:cNvPr id="6" name="Rechte verbindingslijn 9">
            <a:extLst>
              <a:ext uri="{FF2B5EF4-FFF2-40B4-BE49-F238E27FC236}">
                <a16:creationId xmlns:a16="http://schemas.microsoft.com/office/drawing/2014/main" id="{8216FD89-4194-DC4A-A702-D6B608918292}"/>
              </a:ext>
            </a:extLst>
          </p:cNvPr>
          <p:cNvCxnSpPr>
            <a:cxnSpLocks noChangeShapeType="1"/>
          </p:cNvCxnSpPr>
          <p:nvPr/>
        </p:nvCxnSpPr>
        <p:spPr bwMode="auto">
          <a:xfrm flipV="1">
            <a:off x="8199120" y="4002966"/>
            <a:ext cx="2814003" cy="2544678"/>
          </a:xfrm>
          <a:prstGeom prst="line">
            <a:avLst/>
          </a:prstGeom>
          <a:noFill/>
          <a:ln w="38100">
            <a:solidFill>
              <a:srgbClr val="F20A04"/>
            </a:solidFill>
            <a:round/>
            <a:headEnd/>
            <a:tailEnd/>
          </a:ln>
          <a:extLst>
            <a:ext uri="{909E8E84-426E-40DD-AFC4-6F175D3DCCD1}">
              <a14:hiddenFill xmlns:a14="http://schemas.microsoft.com/office/drawing/2010/main">
                <a:noFill/>
              </a14:hiddenFill>
            </a:ext>
          </a:extLst>
        </p:spPr>
      </p:cxnSp>
      <p:cxnSp>
        <p:nvCxnSpPr>
          <p:cNvPr id="7" name="Rechte verbindingslijn 18">
            <a:extLst>
              <a:ext uri="{FF2B5EF4-FFF2-40B4-BE49-F238E27FC236}">
                <a16:creationId xmlns:a16="http://schemas.microsoft.com/office/drawing/2014/main" id="{3EF71C9F-032C-FE4F-B9D1-560F38117D81}"/>
              </a:ext>
            </a:extLst>
          </p:cNvPr>
          <p:cNvCxnSpPr>
            <a:cxnSpLocks noChangeShapeType="1"/>
          </p:cNvCxnSpPr>
          <p:nvPr/>
        </p:nvCxnSpPr>
        <p:spPr bwMode="auto">
          <a:xfrm>
            <a:off x="8041323" y="4002966"/>
            <a:ext cx="3038157" cy="2544678"/>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8317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9CB304-F06F-8A42-A00D-8D8E312EE10E}"/>
              </a:ext>
            </a:extLst>
          </p:cNvPr>
          <p:cNvSpPr>
            <a:spLocks noGrp="1"/>
          </p:cNvSpPr>
          <p:nvPr>
            <p:ph type="title"/>
          </p:nvPr>
        </p:nvSpPr>
        <p:spPr/>
        <p:txBody>
          <a:bodyPr/>
          <a:lstStyle/>
          <a:p>
            <a:r>
              <a:rPr lang="nl-BE" dirty="0"/>
              <a:t>Residuele vs geschatte waarden</a:t>
            </a:r>
          </a:p>
        </p:txBody>
      </p:sp>
      <p:sp>
        <p:nvSpPr>
          <p:cNvPr id="3" name="Tijdelijke aanduiding voor dianummer 2">
            <a:extLst>
              <a:ext uri="{FF2B5EF4-FFF2-40B4-BE49-F238E27FC236}">
                <a16:creationId xmlns:a16="http://schemas.microsoft.com/office/drawing/2014/main" id="{03B9D565-7ACE-EB4A-9865-6FB760BB4237}"/>
              </a:ext>
            </a:extLst>
          </p:cNvPr>
          <p:cNvSpPr>
            <a:spLocks noGrp="1"/>
          </p:cNvSpPr>
          <p:nvPr>
            <p:ph type="sldNum" sz="quarter" idx="10"/>
          </p:nvPr>
        </p:nvSpPr>
        <p:spPr/>
        <p:txBody>
          <a:bodyPr/>
          <a:lstStyle/>
          <a:p>
            <a:fld id="{E038E271-308C-2E46-A3EC-56326F9084CC}" type="slidenum">
              <a:rPr lang="nl-BE" smtClean="0"/>
              <a:pPr/>
              <a:t>15</a:t>
            </a:fld>
            <a:endParaRPr lang="nl-BE" dirty="0"/>
          </a:p>
        </p:txBody>
      </p:sp>
      <p:sp>
        <p:nvSpPr>
          <p:cNvPr id="4" name="Tijdelijke aanduiding voor inhoud 3">
            <a:extLst>
              <a:ext uri="{FF2B5EF4-FFF2-40B4-BE49-F238E27FC236}">
                <a16:creationId xmlns:a16="http://schemas.microsoft.com/office/drawing/2014/main" id="{7E3BABF8-694F-8741-81F8-C422F5255266}"/>
              </a:ext>
            </a:extLst>
          </p:cNvPr>
          <p:cNvSpPr>
            <a:spLocks noGrp="1"/>
          </p:cNvSpPr>
          <p:nvPr>
            <p:ph idx="1"/>
          </p:nvPr>
        </p:nvSpPr>
        <p:spPr/>
        <p:txBody>
          <a:bodyPr/>
          <a:lstStyle/>
          <a:p>
            <a:r>
              <a:rPr lang="en-GB" altLang="nl-BE" dirty="0" err="1"/>
              <a:t>Verticale</a:t>
            </a:r>
            <a:r>
              <a:rPr lang="en-GB" altLang="nl-BE" dirty="0"/>
              <a:t> </a:t>
            </a:r>
            <a:r>
              <a:rPr lang="en-GB" altLang="nl-BE" dirty="0" err="1"/>
              <a:t>spreiding</a:t>
            </a:r>
            <a:r>
              <a:rPr lang="en-GB" altLang="nl-BE" dirty="0"/>
              <a:t> constant?</a:t>
            </a:r>
          </a:p>
          <a:p>
            <a:pPr lvl="1"/>
            <a:r>
              <a:rPr lang="en-GB" altLang="nl-BE" dirty="0" err="1"/>
              <a:t>Homoscedasticiteit</a:t>
            </a:r>
            <a:endParaRPr lang="en-GB" altLang="nl-BE" dirty="0"/>
          </a:p>
          <a:p>
            <a:pPr lvl="1"/>
            <a:endParaRPr lang="en-GB" altLang="nl-BE" dirty="0"/>
          </a:p>
          <a:p>
            <a:r>
              <a:rPr lang="en-GB" altLang="nl-BE" dirty="0"/>
              <a:t>Rode </a:t>
            </a:r>
            <a:r>
              <a:rPr lang="en-GB" altLang="nl-BE" dirty="0" err="1"/>
              <a:t>lijn</a:t>
            </a:r>
            <a:r>
              <a:rPr lang="en-GB" altLang="nl-BE" dirty="0"/>
              <a:t> </a:t>
            </a:r>
            <a:r>
              <a:rPr lang="en-GB" altLang="nl-BE" dirty="0" err="1"/>
              <a:t>horizontaal</a:t>
            </a:r>
            <a:r>
              <a:rPr lang="en-GB" altLang="nl-BE" dirty="0"/>
              <a:t> </a:t>
            </a:r>
            <a:r>
              <a:rPr lang="en-GB" altLang="nl-BE" dirty="0" err="1"/>
              <a:t>recht</a:t>
            </a:r>
            <a:r>
              <a:rPr lang="en-GB" altLang="nl-BE" dirty="0"/>
              <a:t>?</a:t>
            </a:r>
          </a:p>
          <a:p>
            <a:pPr lvl="1"/>
            <a:r>
              <a:rPr lang="en-GB" altLang="nl-BE" dirty="0" err="1"/>
              <a:t>Geen</a:t>
            </a:r>
            <a:r>
              <a:rPr lang="en-GB" altLang="nl-BE" dirty="0"/>
              <a:t> clustering</a:t>
            </a:r>
          </a:p>
          <a:p>
            <a:pPr lvl="1"/>
            <a:r>
              <a:rPr lang="en-GB" altLang="nl-BE" dirty="0" err="1"/>
              <a:t>Lineariteit</a:t>
            </a:r>
            <a:endParaRPr lang="en-GB" altLang="nl-BE" dirty="0"/>
          </a:p>
          <a:p>
            <a:pPr lvl="1"/>
            <a:endParaRPr lang="en-GB" altLang="nl-BE" dirty="0"/>
          </a:p>
          <a:p>
            <a:r>
              <a:rPr lang="en-GB" altLang="nl-BE" dirty="0"/>
              <a:t>Outliers </a:t>
            </a:r>
            <a:r>
              <a:rPr lang="en-GB" altLang="nl-BE" dirty="0" err="1"/>
              <a:t>kan</a:t>
            </a:r>
            <a:r>
              <a:rPr lang="en-GB" altLang="nl-BE" dirty="0"/>
              <a:t> je reeds  </a:t>
            </a:r>
            <a:r>
              <a:rPr lang="en-GB" altLang="nl-BE" dirty="0" err="1"/>
              <a:t>identificeren</a:t>
            </a:r>
            <a:endParaRPr lang="en-GB" altLang="nl-BE" dirty="0"/>
          </a:p>
          <a:p>
            <a:endParaRPr lang="nl-BE" dirty="0"/>
          </a:p>
        </p:txBody>
      </p:sp>
      <p:pic>
        <p:nvPicPr>
          <p:cNvPr id="5" name="Afbeelding 4">
            <a:extLst>
              <a:ext uri="{FF2B5EF4-FFF2-40B4-BE49-F238E27FC236}">
                <a16:creationId xmlns:a16="http://schemas.microsoft.com/office/drawing/2014/main" id="{38E0C199-AA81-DB4E-83FF-6F9327C107DF}"/>
              </a:ext>
            </a:extLst>
          </p:cNvPr>
          <p:cNvPicPr>
            <a:picLocks noChangeAspect="1"/>
          </p:cNvPicPr>
          <p:nvPr/>
        </p:nvPicPr>
        <p:blipFill rotWithShape="1">
          <a:blip r:embed="rId3"/>
          <a:srcRect l="50" t="6999" r="52631" b="51842"/>
          <a:stretch/>
        </p:blipFill>
        <p:spPr>
          <a:xfrm>
            <a:off x="6670082" y="2799382"/>
            <a:ext cx="5259535" cy="3459480"/>
          </a:xfrm>
          <a:prstGeom prst="rect">
            <a:avLst/>
          </a:prstGeom>
        </p:spPr>
      </p:pic>
      <p:pic>
        <p:nvPicPr>
          <p:cNvPr id="7" name="Afbeelding 6">
            <a:extLst>
              <a:ext uri="{FF2B5EF4-FFF2-40B4-BE49-F238E27FC236}">
                <a16:creationId xmlns:a16="http://schemas.microsoft.com/office/drawing/2014/main" id="{A16E4DBD-DE36-3648-BB8D-16B7AF87C69A}"/>
              </a:ext>
            </a:extLst>
          </p:cNvPr>
          <p:cNvPicPr>
            <a:picLocks noChangeAspect="1"/>
          </p:cNvPicPr>
          <p:nvPr/>
        </p:nvPicPr>
        <p:blipFill>
          <a:blip r:embed="rId4">
            <a:alphaModFix amt="35000"/>
          </a:blip>
          <a:stretch>
            <a:fillRect/>
          </a:stretch>
        </p:blipFill>
        <p:spPr>
          <a:xfrm>
            <a:off x="9648564" y="172440"/>
            <a:ext cx="2281053" cy="1614678"/>
          </a:xfrm>
          <a:prstGeom prst="rect">
            <a:avLst/>
          </a:prstGeom>
        </p:spPr>
      </p:pic>
      <p:sp>
        <p:nvSpPr>
          <p:cNvPr id="8" name="Rechthoek 7">
            <a:extLst>
              <a:ext uri="{FF2B5EF4-FFF2-40B4-BE49-F238E27FC236}">
                <a16:creationId xmlns:a16="http://schemas.microsoft.com/office/drawing/2014/main" id="{665D2318-734D-8649-95BC-95334BD8FCD2}"/>
              </a:ext>
            </a:extLst>
          </p:cNvPr>
          <p:cNvSpPr/>
          <p:nvPr/>
        </p:nvSpPr>
        <p:spPr bwMode="auto">
          <a:xfrm>
            <a:off x="9648564" y="108321"/>
            <a:ext cx="1140526" cy="871458"/>
          </a:xfrm>
          <a:prstGeom prst="rect">
            <a:avLst/>
          </a:prstGeom>
          <a:noFill/>
          <a:ln w="19050">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33820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9CB304-F06F-8A42-A00D-8D8E312EE10E}"/>
              </a:ext>
            </a:extLst>
          </p:cNvPr>
          <p:cNvSpPr>
            <a:spLocks noGrp="1"/>
          </p:cNvSpPr>
          <p:nvPr>
            <p:ph type="title"/>
          </p:nvPr>
        </p:nvSpPr>
        <p:spPr/>
        <p:txBody>
          <a:bodyPr/>
          <a:lstStyle/>
          <a:p>
            <a:r>
              <a:rPr lang="nl-BE" dirty="0"/>
              <a:t>Scale-location plot</a:t>
            </a:r>
          </a:p>
        </p:txBody>
      </p:sp>
      <p:sp>
        <p:nvSpPr>
          <p:cNvPr id="3" name="Tijdelijke aanduiding voor dianummer 2">
            <a:extLst>
              <a:ext uri="{FF2B5EF4-FFF2-40B4-BE49-F238E27FC236}">
                <a16:creationId xmlns:a16="http://schemas.microsoft.com/office/drawing/2014/main" id="{03B9D565-7ACE-EB4A-9865-6FB760BB4237}"/>
              </a:ext>
            </a:extLst>
          </p:cNvPr>
          <p:cNvSpPr>
            <a:spLocks noGrp="1"/>
          </p:cNvSpPr>
          <p:nvPr>
            <p:ph type="sldNum" sz="quarter" idx="10"/>
          </p:nvPr>
        </p:nvSpPr>
        <p:spPr/>
        <p:txBody>
          <a:bodyPr/>
          <a:lstStyle/>
          <a:p>
            <a:fld id="{E038E271-308C-2E46-A3EC-56326F9084CC}" type="slidenum">
              <a:rPr lang="nl-BE" smtClean="0"/>
              <a:pPr/>
              <a:t>16</a:t>
            </a:fld>
            <a:endParaRPr lang="nl-BE" dirty="0"/>
          </a:p>
        </p:txBody>
      </p:sp>
      <p:sp>
        <p:nvSpPr>
          <p:cNvPr id="4" name="Tijdelijke aanduiding voor inhoud 3">
            <a:extLst>
              <a:ext uri="{FF2B5EF4-FFF2-40B4-BE49-F238E27FC236}">
                <a16:creationId xmlns:a16="http://schemas.microsoft.com/office/drawing/2014/main" id="{7E3BABF8-694F-8741-81F8-C422F5255266}"/>
              </a:ext>
            </a:extLst>
          </p:cNvPr>
          <p:cNvSpPr>
            <a:spLocks noGrp="1"/>
          </p:cNvSpPr>
          <p:nvPr>
            <p:ph idx="1"/>
          </p:nvPr>
        </p:nvSpPr>
        <p:spPr/>
        <p:txBody>
          <a:bodyPr wrap="square"/>
          <a:lstStyle/>
          <a:p>
            <a:pPr>
              <a:defRPr/>
            </a:pPr>
            <a:r>
              <a:rPr lang="en-GB" dirty="0" err="1">
                <a:ea typeface="ＭＳ Ｐゴシック" charset="0"/>
                <a:cs typeface="ＭＳ Ｐゴシック" charset="0"/>
              </a:rPr>
              <a:t>Homoscedasticiteit</a:t>
            </a:r>
            <a:r>
              <a:rPr lang="en-GB" dirty="0">
                <a:ea typeface="ＭＳ Ｐゴシック" charset="0"/>
                <a:cs typeface="ＭＳ Ｐゴシック" charset="0"/>
              </a:rPr>
              <a:t>?</a:t>
            </a:r>
          </a:p>
          <a:p>
            <a:pPr>
              <a:defRPr/>
            </a:pPr>
            <a:endParaRPr lang="en-GB" dirty="0">
              <a:ea typeface="ＭＳ Ｐゴシック" charset="0"/>
              <a:cs typeface="ＭＳ Ｐゴシック" charset="0"/>
            </a:endParaRPr>
          </a:p>
          <a:p>
            <a:pPr>
              <a:defRPr/>
            </a:pPr>
            <a:r>
              <a:rPr lang="en-GB" dirty="0">
                <a:ea typeface="ＭＳ Ｐゴシック" charset="0"/>
                <a:cs typeface="ＭＳ Ｐゴシック" charset="0"/>
              </a:rPr>
              <a:t>Rode </a:t>
            </a:r>
            <a:r>
              <a:rPr lang="en-GB" dirty="0" err="1">
                <a:ea typeface="ＭＳ Ｐゴシック" charset="0"/>
                <a:cs typeface="ＭＳ Ｐゴシック" charset="0"/>
              </a:rPr>
              <a:t>lijn</a:t>
            </a:r>
            <a:r>
              <a:rPr lang="en-GB" dirty="0">
                <a:ea typeface="ＭＳ Ｐゴシック" charset="0"/>
                <a:cs typeface="ＭＳ Ｐゴシック" charset="0"/>
              </a:rPr>
              <a:t> </a:t>
            </a:r>
            <a:r>
              <a:rPr lang="en-GB" dirty="0" err="1">
                <a:ea typeface="ＭＳ Ｐゴシック" charset="0"/>
                <a:cs typeface="ＭＳ Ｐゴシック" charset="0"/>
              </a:rPr>
              <a:t>geeft</a:t>
            </a:r>
            <a:r>
              <a:rPr lang="en-GB" dirty="0">
                <a:ea typeface="ＭＳ Ｐゴシック" charset="0"/>
                <a:cs typeface="ＭＳ Ｐゴシック" charset="0"/>
              </a:rPr>
              <a:t> </a:t>
            </a:r>
            <a:r>
              <a:rPr lang="en-GB" dirty="0" err="1">
                <a:ea typeface="ＭＳ Ｐゴシック" charset="0"/>
                <a:cs typeface="ＭＳ Ｐゴシック" charset="0"/>
              </a:rPr>
              <a:t>relatie</a:t>
            </a:r>
            <a:r>
              <a:rPr lang="en-GB" dirty="0">
                <a:ea typeface="ＭＳ Ｐゴシック" charset="0"/>
                <a:cs typeface="ＭＳ Ｐゴシック" charset="0"/>
              </a:rPr>
              <a:t> </a:t>
            </a:r>
            <a:r>
              <a:rPr lang="en-GB" dirty="0" err="1">
                <a:ea typeface="ＭＳ Ｐゴシック" charset="0"/>
                <a:cs typeface="ＭＳ Ｐゴシック" charset="0"/>
              </a:rPr>
              <a:t>weer</a:t>
            </a:r>
            <a:r>
              <a:rPr lang="en-GB" dirty="0">
                <a:ea typeface="ＭＳ Ｐゴシック" charset="0"/>
                <a:cs typeface="ＭＳ Ｐゴシック" charset="0"/>
              </a:rPr>
              <a:t> </a:t>
            </a:r>
            <a:r>
              <a:rPr lang="en-GB" dirty="0" err="1">
                <a:ea typeface="ＭＳ Ｐゴシック" charset="0"/>
                <a:cs typeface="ＭＳ Ｐゴシック" charset="0"/>
              </a:rPr>
              <a:t>tussen</a:t>
            </a:r>
            <a:br>
              <a:rPr lang="en-GB" dirty="0">
                <a:ea typeface="ＭＳ Ｐゴシック" charset="0"/>
                <a:cs typeface="ＭＳ Ｐゴシック" charset="0"/>
              </a:rPr>
            </a:br>
            <a:r>
              <a:rPr lang="en-GB" dirty="0" err="1">
                <a:ea typeface="ＭＳ Ｐゴシック" charset="0"/>
                <a:cs typeface="ＭＳ Ｐゴシック" charset="0"/>
              </a:rPr>
              <a:t>variantie</a:t>
            </a:r>
            <a:r>
              <a:rPr lang="en-GB" dirty="0">
                <a:ea typeface="ＭＳ Ｐゴシック" charset="0"/>
                <a:cs typeface="ＭＳ Ｐゴシック" charset="0"/>
              </a:rPr>
              <a:t> in </a:t>
            </a:r>
            <a:r>
              <a:rPr lang="en-GB" dirty="0" err="1">
                <a:ea typeface="ＭＳ Ｐゴシック" charset="0"/>
                <a:cs typeface="ＭＳ Ｐゴシック" charset="0"/>
              </a:rPr>
              <a:t>errortermen</a:t>
            </a:r>
            <a:r>
              <a:rPr lang="en-GB" dirty="0">
                <a:ea typeface="ＭＳ Ｐゴシック" charset="0"/>
                <a:cs typeface="ＭＳ Ｐゴシック" charset="0"/>
              </a:rPr>
              <a:t> </a:t>
            </a:r>
            <a:r>
              <a:rPr lang="en-GB" dirty="0" err="1">
                <a:ea typeface="ＭＳ Ｐゴシック" charset="0"/>
                <a:cs typeface="ＭＳ Ｐゴシック" charset="0"/>
              </a:rPr>
              <a:t>en</a:t>
            </a:r>
            <a:r>
              <a:rPr lang="en-GB" dirty="0">
                <a:ea typeface="ＭＳ Ｐゴシック" charset="0"/>
                <a:cs typeface="ＭＳ Ｐゴシック" charset="0"/>
              </a:rPr>
              <a:t> </a:t>
            </a:r>
            <a:r>
              <a:rPr lang="en-GB" dirty="0" err="1">
                <a:ea typeface="ＭＳ Ｐゴシック" charset="0"/>
                <a:cs typeface="ＭＳ Ｐゴシック" charset="0"/>
              </a:rPr>
              <a:t>geschatte</a:t>
            </a:r>
            <a:br>
              <a:rPr lang="en-GB" dirty="0">
                <a:ea typeface="ＭＳ Ｐゴシック" charset="0"/>
                <a:cs typeface="ＭＳ Ｐゴシック" charset="0"/>
              </a:rPr>
            </a:br>
            <a:r>
              <a:rPr lang="en-GB" dirty="0" err="1">
                <a:ea typeface="ＭＳ Ｐゴシック" charset="0"/>
                <a:cs typeface="ＭＳ Ｐゴシック" charset="0"/>
              </a:rPr>
              <a:t>waarden</a:t>
            </a:r>
            <a:endParaRPr lang="en-GB" dirty="0">
              <a:ea typeface="ＭＳ Ｐゴシック" charset="0"/>
              <a:cs typeface="ＭＳ Ｐゴシック" charset="0"/>
            </a:endParaRPr>
          </a:p>
          <a:p>
            <a:pPr lvl="1">
              <a:buFont typeface="Symbol" charset="0"/>
              <a:buChar char=""/>
              <a:defRPr/>
            </a:pPr>
            <a:r>
              <a:rPr lang="en-GB" dirty="0">
                <a:ea typeface="ＭＳ Ｐゴシック" charset="0"/>
                <a:cs typeface="ＭＳ Ｐゴシック" charset="0"/>
              </a:rPr>
              <a:t>rode </a:t>
            </a:r>
            <a:r>
              <a:rPr lang="en-GB" dirty="0" err="1">
                <a:ea typeface="ＭＳ Ｐゴシック" charset="0"/>
                <a:cs typeface="ＭＳ Ｐゴシック" charset="0"/>
              </a:rPr>
              <a:t>lijn</a:t>
            </a:r>
            <a:r>
              <a:rPr lang="en-GB" dirty="0">
                <a:ea typeface="ＭＳ Ｐゴシック" charset="0"/>
                <a:cs typeface="ＭＳ Ｐゴシック" charset="0"/>
              </a:rPr>
              <a:t> </a:t>
            </a:r>
            <a:r>
              <a:rPr lang="en-GB" dirty="0" err="1">
                <a:ea typeface="ＭＳ Ｐゴシック" charset="0"/>
                <a:cs typeface="ＭＳ Ｐゴシック" charset="0"/>
              </a:rPr>
              <a:t>moet</a:t>
            </a:r>
            <a:r>
              <a:rPr lang="en-GB" dirty="0">
                <a:ea typeface="ＭＳ Ｐゴシック" charset="0"/>
                <a:cs typeface="ＭＳ Ｐゴシック" charset="0"/>
              </a:rPr>
              <a:t> </a:t>
            </a:r>
            <a:r>
              <a:rPr lang="en-GB" dirty="0" err="1">
                <a:ea typeface="ＭＳ Ｐゴシック" charset="0"/>
                <a:cs typeface="ＭＳ Ｐゴシック" charset="0"/>
              </a:rPr>
              <a:t>horizontaal</a:t>
            </a:r>
            <a:r>
              <a:rPr lang="en-GB" dirty="0">
                <a:ea typeface="ＭＳ Ｐゴシック" charset="0"/>
                <a:cs typeface="ＭＳ Ｐゴシック" charset="0"/>
              </a:rPr>
              <a:t> </a:t>
            </a:r>
            <a:r>
              <a:rPr lang="en-GB" dirty="0" err="1">
                <a:ea typeface="ＭＳ Ｐゴシック" charset="0"/>
                <a:cs typeface="ＭＳ Ｐゴシック" charset="0"/>
              </a:rPr>
              <a:t>lopen</a:t>
            </a:r>
            <a:endParaRPr lang="en-GB" dirty="0">
              <a:ea typeface="ＭＳ Ｐゴシック" charset="0"/>
              <a:cs typeface="ＭＳ Ｐゴシック" charset="0"/>
            </a:endParaRPr>
          </a:p>
          <a:p>
            <a:endParaRPr lang="nl-BE" dirty="0"/>
          </a:p>
        </p:txBody>
      </p:sp>
      <p:pic>
        <p:nvPicPr>
          <p:cNvPr id="5" name="Afbeelding 4">
            <a:extLst>
              <a:ext uri="{FF2B5EF4-FFF2-40B4-BE49-F238E27FC236}">
                <a16:creationId xmlns:a16="http://schemas.microsoft.com/office/drawing/2014/main" id="{38E0C199-AA81-DB4E-83FF-6F9327C107DF}"/>
              </a:ext>
            </a:extLst>
          </p:cNvPr>
          <p:cNvPicPr>
            <a:picLocks noChangeAspect="1"/>
          </p:cNvPicPr>
          <p:nvPr/>
        </p:nvPicPr>
        <p:blipFill rotWithShape="1">
          <a:blip r:embed="rId3"/>
          <a:srcRect l="-320" t="56648" r="53001" b="2193"/>
          <a:stretch/>
        </p:blipFill>
        <p:spPr>
          <a:xfrm>
            <a:off x="6586727" y="2879693"/>
            <a:ext cx="5259535" cy="3459480"/>
          </a:xfrm>
          <a:prstGeom prst="rect">
            <a:avLst/>
          </a:prstGeom>
        </p:spPr>
      </p:pic>
      <p:pic>
        <p:nvPicPr>
          <p:cNvPr id="6" name="Afbeelding 5">
            <a:extLst>
              <a:ext uri="{FF2B5EF4-FFF2-40B4-BE49-F238E27FC236}">
                <a16:creationId xmlns:a16="http://schemas.microsoft.com/office/drawing/2014/main" id="{03A157A6-6461-A041-9B14-D19A7C72F5C8}"/>
              </a:ext>
            </a:extLst>
          </p:cNvPr>
          <p:cNvPicPr>
            <a:picLocks noChangeAspect="1"/>
          </p:cNvPicPr>
          <p:nvPr/>
        </p:nvPicPr>
        <p:blipFill>
          <a:blip r:embed="rId4">
            <a:alphaModFix amt="35000"/>
          </a:blip>
          <a:stretch>
            <a:fillRect/>
          </a:stretch>
        </p:blipFill>
        <p:spPr>
          <a:xfrm>
            <a:off x="9648564" y="172440"/>
            <a:ext cx="2281053" cy="1614678"/>
          </a:xfrm>
          <a:prstGeom prst="rect">
            <a:avLst/>
          </a:prstGeom>
        </p:spPr>
      </p:pic>
      <p:sp>
        <p:nvSpPr>
          <p:cNvPr id="7" name="Rechthoek 6">
            <a:extLst>
              <a:ext uri="{FF2B5EF4-FFF2-40B4-BE49-F238E27FC236}">
                <a16:creationId xmlns:a16="http://schemas.microsoft.com/office/drawing/2014/main" id="{E70C8614-479F-F143-AF7A-044C7A9275E0}"/>
              </a:ext>
            </a:extLst>
          </p:cNvPr>
          <p:cNvSpPr/>
          <p:nvPr/>
        </p:nvSpPr>
        <p:spPr bwMode="auto">
          <a:xfrm>
            <a:off x="9648564" y="961761"/>
            <a:ext cx="1140526" cy="871458"/>
          </a:xfrm>
          <a:prstGeom prst="rect">
            <a:avLst/>
          </a:prstGeom>
          <a:noFill/>
          <a:ln w="19050">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870635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9CB304-F06F-8A42-A00D-8D8E312EE10E}"/>
              </a:ext>
            </a:extLst>
          </p:cNvPr>
          <p:cNvSpPr>
            <a:spLocks noGrp="1"/>
          </p:cNvSpPr>
          <p:nvPr>
            <p:ph type="title"/>
          </p:nvPr>
        </p:nvSpPr>
        <p:spPr/>
        <p:txBody>
          <a:bodyPr/>
          <a:lstStyle/>
          <a:p>
            <a:r>
              <a:rPr lang="nl-BE" dirty="0"/>
              <a:t>QQ-plot</a:t>
            </a:r>
          </a:p>
        </p:txBody>
      </p:sp>
      <p:sp>
        <p:nvSpPr>
          <p:cNvPr id="3" name="Tijdelijke aanduiding voor dianummer 2">
            <a:extLst>
              <a:ext uri="{FF2B5EF4-FFF2-40B4-BE49-F238E27FC236}">
                <a16:creationId xmlns:a16="http://schemas.microsoft.com/office/drawing/2014/main" id="{03B9D565-7ACE-EB4A-9865-6FB760BB4237}"/>
              </a:ext>
            </a:extLst>
          </p:cNvPr>
          <p:cNvSpPr>
            <a:spLocks noGrp="1"/>
          </p:cNvSpPr>
          <p:nvPr>
            <p:ph type="sldNum" sz="quarter" idx="10"/>
          </p:nvPr>
        </p:nvSpPr>
        <p:spPr/>
        <p:txBody>
          <a:bodyPr/>
          <a:lstStyle/>
          <a:p>
            <a:fld id="{E038E271-308C-2E46-A3EC-56326F9084CC}" type="slidenum">
              <a:rPr lang="nl-BE" smtClean="0"/>
              <a:pPr/>
              <a:t>17</a:t>
            </a:fld>
            <a:endParaRPr lang="nl-BE" dirty="0"/>
          </a:p>
        </p:txBody>
      </p:sp>
      <p:sp>
        <p:nvSpPr>
          <p:cNvPr id="4" name="Tijdelijke aanduiding voor inhoud 3">
            <a:extLst>
              <a:ext uri="{FF2B5EF4-FFF2-40B4-BE49-F238E27FC236}">
                <a16:creationId xmlns:a16="http://schemas.microsoft.com/office/drawing/2014/main" id="{7E3BABF8-694F-8741-81F8-C422F5255266}"/>
              </a:ext>
            </a:extLst>
          </p:cNvPr>
          <p:cNvSpPr>
            <a:spLocks noGrp="1"/>
          </p:cNvSpPr>
          <p:nvPr>
            <p:ph idx="1"/>
          </p:nvPr>
        </p:nvSpPr>
        <p:spPr/>
        <p:txBody>
          <a:bodyPr wrap="square"/>
          <a:lstStyle/>
          <a:p>
            <a:pPr>
              <a:defRPr/>
            </a:pPr>
            <a:r>
              <a:rPr lang="en-GB" dirty="0" err="1">
                <a:ea typeface="ＭＳ Ｐゴシック" charset="0"/>
                <a:cs typeface="ＭＳ Ｐゴシック" charset="0"/>
              </a:rPr>
              <a:t>Residuelen</a:t>
            </a:r>
            <a:r>
              <a:rPr lang="en-GB" dirty="0">
                <a:ea typeface="ＭＳ Ｐゴシック" charset="0"/>
                <a:cs typeface="ＭＳ Ｐゴシック" charset="0"/>
              </a:rPr>
              <a:t> </a:t>
            </a:r>
            <a:r>
              <a:rPr lang="en-GB" dirty="0" err="1">
                <a:ea typeface="ＭＳ Ｐゴシック" charset="0"/>
                <a:cs typeface="ＭＳ Ｐゴシック" charset="0"/>
              </a:rPr>
              <a:t>normaal</a:t>
            </a:r>
            <a:r>
              <a:rPr lang="en-GB" dirty="0">
                <a:ea typeface="ＭＳ Ｐゴシック" charset="0"/>
                <a:cs typeface="ＭＳ Ｐゴシック" charset="0"/>
              </a:rPr>
              <a:t> </a:t>
            </a:r>
            <a:r>
              <a:rPr lang="en-GB" dirty="0" err="1">
                <a:ea typeface="ＭＳ Ｐゴシック" charset="0"/>
                <a:cs typeface="ＭＳ Ｐゴシック" charset="0"/>
              </a:rPr>
              <a:t>verdeeld</a:t>
            </a:r>
            <a:r>
              <a:rPr lang="en-GB" dirty="0">
                <a:ea typeface="ＭＳ Ｐゴシック" charset="0"/>
                <a:cs typeface="ＭＳ Ｐゴシック" charset="0"/>
              </a:rPr>
              <a:t>?</a:t>
            </a:r>
          </a:p>
          <a:p>
            <a:pPr lvl="1">
              <a:buFont typeface="Symbol" charset="0"/>
              <a:buChar char=""/>
              <a:defRPr/>
            </a:pPr>
            <a:r>
              <a:rPr lang="en-GB" dirty="0" err="1">
                <a:ea typeface="ＭＳ Ｐゴシック" charset="0"/>
                <a:cs typeface="ＭＳ Ｐゴシック" charset="0"/>
              </a:rPr>
              <a:t>punten</a:t>
            </a:r>
            <a:r>
              <a:rPr lang="en-GB" dirty="0">
                <a:ea typeface="ＭＳ Ｐゴシック" charset="0"/>
                <a:cs typeface="ＭＳ Ｐゴシック" charset="0"/>
              </a:rPr>
              <a:t> </a:t>
            </a:r>
            <a:r>
              <a:rPr lang="en-GB" dirty="0" err="1">
                <a:ea typeface="ＭＳ Ｐゴシック" charset="0"/>
                <a:cs typeface="ＭＳ Ｐゴシック" charset="0"/>
              </a:rPr>
              <a:t>moeten</a:t>
            </a:r>
            <a:r>
              <a:rPr lang="en-GB" dirty="0">
                <a:ea typeface="ＭＳ Ｐゴシック" charset="0"/>
                <a:cs typeface="ＭＳ Ｐゴシック" charset="0"/>
              </a:rPr>
              <a:t> </a:t>
            </a:r>
            <a:r>
              <a:rPr lang="en-GB" dirty="0" err="1">
                <a:ea typeface="ＭＳ Ｐゴシック" charset="0"/>
                <a:cs typeface="ＭＳ Ｐゴシック" charset="0"/>
              </a:rPr>
              <a:t>allemaal</a:t>
            </a:r>
            <a:r>
              <a:rPr lang="en-GB" dirty="0">
                <a:ea typeface="ＭＳ Ｐゴシック" charset="0"/>
                <a:cs typeface="ＭＳ Ｐゴシック" charset="0"/>
              </a:rPr>
              <a:t> (min of </a:t>
            </a:r>
            <a:r>
              <a:rPr lang="en-GB" dirty="0" err="1">
                <a:ea typeface="ＭＳ Ｐゴシック" charset="0"/>
                <a:cs typeface="ＭＳ Ｐゴシック" charset="0"/>
              </a:rPr>
              <a:t>meer</a:t>
            </a:r>
            <a:r>
              <a:rPr lang="en-GB" dirty="0">
                <a:ea typeface="ＭＳ Ｐゴシック" charset="0"/>
                <a:cs typeface="ＭＳ Ｐゴシック" charset="0"/>
              </a:rPr>
              <a:t>)</a:t>
            </a:r>
            <a:br>
              <a:rPr lang="en-GB" dirty="0">
                <a:ea typeface="ＭＳ Ｐゴシック" charset="0"/>
                <a:cs typeface="ＭＳ Ｐゴシック" charset="0"/>
              </a:rPr>
            </a:br>
            <a:r>
              <a:rPr lang="en-GB" dirty="0">
                <a:ea typeface="ＭＳ Ｐゴシック" charset="0"/>
                <a:cs typeface="ＭＳ Ｐゴシック" charset="0"/>
              </a:rPr>
              <a:t>op de </a:t>
            </a:r>
            <a:r>
              <a:rPr lang="en-GB" dirty="0" err="1">
                <a:ea typeface="ＭＳ Ｐゴシック" charset="0"/>
                <a:cs typeface="ＭＳ Ｐゴシック" charset="0"/>
              </a:rPr>
              <a:t>lijn</a:t>
            </a:r>
            <a:r>
              <a:rPr lang="en-GB" dirty="0">
                <a:ea typeface="ＭＳ Ｐゴシック" charset="0"/>
                <a:cs typeface="ＭＳ Ｐゴシック" charset="0"/>
              </a:rPr>
              <a:t> </a:t>
            </a:r>
            <a:r>
              <a:rPr lang="en-GB" dirty="0" err="1">
                <a:ea typeface="ＭＳ Ｐゴシック" charset="0"/>
                <a:cs typeface="ＭＳ Ｐゴシック" charset="0"/>
              </a:rPr>
              <a:t>liggen</a:t>
            </a:r>
            <a:r>
              <a:rPr lang="en-GB" dirty="0">
                <a:ea typeface="ＭＳ Ｐゴシック" charset="0"/>
                <a:cs typeface="ＭＳ Ｐゴシック" charset="0"/>
              </a:rPr>
              <a:t>…</a:t>
            </a:r>
          </a:p>
          <a:p>
            <a:pPr lvl="1">
              <a:defRPr/>
            </a:pPr>
            <a:endParaRPr lang="en-GB" dirty="0">
              <a:ea typeface="ＭＳ Ｐゴシック" charset="0"/>
              <a:cs typeface="ＭＳ Ｐゴシック" charset="0"/>
            </a:endParaRPr>
          </a:p>
          <a:p>
            <a:pPr>
              <a:defRPr/>
            </a:pPr>
            <a:endParaRPr lang="en-GB" dirty="0">
              <a:ea typeface="ＭＳ Ｐゴシック" charset="0"/>
              <a:cs typeface="ＭＳ Ｐゴシック" charset="0"/>
            </a:endParaRPr>
          </a:p>
        </p:txBody>
      </p:sp>
      <p:pic>
        <p:nvPicPr>
          <p:cNvPr id="5" name="Afbeelding 4">
            <a:extLst>
              <a:ext uri="{FF2B5EF4-FFF2-40B4-BE49-F238E27FC236}">
                <a16:creationId xmlns:a16="http://schemas.microsoft.com/office/drawing/2014/main" id="{38E0C199-AA81-DB4E-83FF-6F9327C107DF}"/>
              </a:ext>
            </a:extLst>
          </p:cNvPr>
          <p:cNvPicPr>
            <a:picLocks noChangeAspect="1"/>
          </p:cNvPicPr>
          <p:nvPr/>
        </p:nvPicPr>
        <p:blipFill rotWithShape="1">
          <a:blip r:embed="rId3"/>
          <a:srcRect l="49680" t="5913" r="3001" b="52928"/>
          <a:stretch/>
        </p:blipFill>
        <p:spPr>
          <a:xfrm>
            <a:off x="6598919" y="3014008"/>
            <a:ext cx="5259535" cy="3459480"/>
          </a:xfrm>
          <a:prstGeom prst="rect">
            <a:avLst/>
          </a:prstGeom>
        </p:spPr>
      </p:pic>
      <p:pic>
        <p:nvPicPr>
          <p:cNvPr id="6" name="Afbeelding 5">
            <a:extLst>
              <a:ext uri="{FF2B5EF4-FFF2-40B4-BE49-F238E27FC236}">
                <a16:creationId xmlns:a16="http://schemas.microsoft.com/office/drawing/2014/main" id="{2D11B516-8FDD-6A46-85DD-1AE26C6EA1D7}"/>
              </a:ext>
            </a:extLst>
          </p:cNvPr>
          <p:cNvPicPr>
            <a:picLocks noChangeAspect="1"/>
          </p:cNvPicPr>
          <p:nvPr/>
        </p:nvPicPr>
        <p:blipFill>
          <a:blip r:embed="rId4">
            <a:alphaModFix amt="35000"/>
          </a:blip>
          <a:stretch>
            <a:fillRect/>
          </a:stretch>
        </p:blipFill>
        <p:spPr>
          <a:xfrm>
            <a:off x="9648564" y="172440"/>
            <a:ext cx="2281053" cy="1614678"/>
          </a:xfrm>
          <a:prstGeom prst="rect">
            <a:avLst/>
          </a:prstGeom>
        </p:spPr>
      </p:pic>
      <p:sp>
        <p:nvSpPr>
          <p:cNvPr id="7" name="Rechthoek 6">
            <a:extLst>
              <a:ext uri="{FF2B5EF4-FFF2-40B4-BE49-F238E27FC236}">
                <a16:creationId xmlns:a16="http://schemas.microsoft.com/office/drawing/2014/main" id="{07096C20-C3A7-964F-9D03-E0CF5F1FA28E}"/>
              </a:ext>
            </a:extLst>
          </p:cNvPr>
          <p:cNvSpPr/>
          <p:nvPr/>
        </p:nvSpPr>
        <p:spPr bwMode="auto">
          <a:xfrm>
            <a:off x="10782420" y="108321"/>
            <a:ext cx="1140526" cy="871458"/>
          </a:xfrm>
          <a:prstGeom prst="rect">
            <a:avLst/>
          </a:prstGeom>
          <a:noFill/>
          <a:ln w="19050">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1861224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35E91E-F19C-8F47-857F-68978A9C80C5}"/>
              </a:ext>
            </a:extLst>
          </p:cNvPr>
          <p:cNvSpPr>
            <a:spLocks noGrp="1"/>
          </p:cNvSpPr>
          <p:nvPr>
            <p:ph type="title"/>
          </p:nvPr>
        </p:nvSpPr>
        <p:spPr/>
        <p:txBody>
          <a:bodyPr/>
          <a:lstStyle/>
          <a:p>
            <a:r>
              <a:rPr lang="nl-BE" dirty="0"/>
              <a:t>Twee maten om outliers te evalueren?</a:t>
            </a:r>
          </a:p>
        </p:txBody>
      </p:sp>
      <p:sp>
        <p:nvSpPr>
          <p:cNvPr id="3" name="Tijdelijke aanduiding voor dianummer 2">
            <a:extLst>
              <a:ext uri="{FF2B5EF4-FFF2-40B4-BE49-F238E27FC236}">
                <a16:creationId xmlns:a16="http://schemas.microsoft.com/office/drawing/2014/main" id="{6B184296-E6EA-204C-A3A3-A319A34F407A}"/>
              </a:ext>
            </a:extLst>
          </p:cNvPr>
          <p:cNvSpPr>
            <a:spLocks noGrp="1"/>
          </p:cNvSpPr>
          <p:nvPr>
            <p:ph type="sldNum" sz="quarter" idx="10"/>
          </p:nvPr>
        </p:nvSpPr>
        <p:spPr/>
        <p:txBody>
          <a:bodyPr/>
          <a:lstStyle/>
          <a:p>
            <a:fld id="{E038E271-308C-2E46-A3EC-56326F9084CC}" type="slidenum">
              <a:rPr lang="nl-BE" smtClean="0"/>
              <a:pPr/>
              <a:t>18</a:t>
            </a:fld>
            <a:endParaRPr lang="nl-BE" dirty="0"/>
          </a:p>
        </p:txBody>
      </p:sp>
      <p:sp>
        <p:nvSpPr>
          <p:cNvPr id="4" name="Tijdelijke aanduiding voor inhoud 3">
            <a:extLst>
              <a:ext uri="{FF2B5EF4-FFF2-40B4-BE49-F238E27FC236}">
                <a16:creationId xmlns:a16="http://schemas.microsoft.com/office/drawing/2014/main" id="{DFFEF8E1-907C-4D48-9E27-8BBDF7F7879D}"/>
              </a:ext>
            </a:extLst>
          </p:cNvPr>
          <p:cNvSpPr>
            <a:spLocks noGrp="1"/>
          </p:cNvSpPr>
          <p:nvPr>
            <p:ph idx="1"/>
          </p:nvPr>
        </p:nvSpPr>
        <p:spPr/>
        <p:txBody>
          <a:bodyPr wrap="square"/>
          <a:lstStyle/>
          <a:p>
            <a:r>
              <a:rPr lang="en-GB" altLang="nl-BE" u="sng" dirty="0"/>
              <a:t>Studentized residuals</a:t>
            </a:r>
            <a:r>
              <a:rPr lang="en-GB" altLang="nl-BE" dirty="0"/>
              <a:t>: </a:t>
            </a:r>
          </a:p>
          <a:p>
            <a:pPr lvl="1"/>
            <a:r>
              <a:rPr lang="en-GB" altLang="nl-BE" dirty="0"/>
              <a:t>Absolute </a:t>
            </a:r>
            <a:r>
              <a:rPr lang="en-GB" altLang="nl-BE" dirty="0" err="1"/>
              <a:t>waarde</a:t>
            </a:r>
            <a:r>
              <a:rPr lang="en-GB" altLang="nl-BE" dirty="0"/>
              <a:t> &gt; 2: “extreme” outliers</a:t>
            </a:r>
          </a:p>
          <a:p>
            <a:pPr lvl="1"/>
            <a:endParaRPr lang="en-GB" altLang="nl-BE" dirty="0"/>
          </a:p>
          <a:p>
            <a:r>
              <a:rPr lang="en-GB" altLang="nl-BE" u="sng" dirty="0"/>
              <a:t>Cook</a:t>
            </a:r>
            <a:r>
              <a:rPr lang="ja-JP" altLang="en-GB" u="sng" dirty="0"/>
              <a:t>’</a:t>
            </a:r>
            <a:r>
              <a:rPr lang="en-GB" altLang="ja-JP" u="sng" dirty="0"/>
              <a:t>s distance (</a:t>
            </a:r>
            <a:r>
              <a:rPr lang="en-GB" altLang="ja-JP" i="1" u="sng" dirty="0"/>
              <a:t>D</a:t>
            </a:r>
            <a:r>
              <a:rPr lang="en-GB" altLang="ja-JP" i="1" u="sng" baseline="-25000" dirty="0"/>
              <a:t>i</a:t>
            </a:r>
            <a:r>
              <a:rPr lang="en-GB" altLang="ja-JP" u="sng" dirty="0"/>
              <a:t>)</a:t>
            </a:r>
            <a:r>
              <a:rPr lang="en-GB" altLang="ja-JP" dirty="0"/>
              <a:t>: </a:t>
            </a:r>
          </a:p>
          <a:p>
            <a:pPr lvl="1"/>
            <a:r>
              <a:rPr lang="en-GB" altLang="nl-BE" dirty="0" err="1"/>
              <a:t>Referentiewaarde</a:t>
            </a:r>
            <a:r>
              <a:rPr lang="en-GB" altLang="nl-BE" dirty="0"/>
              <a:t> is 4 / (</a:t>
            </a:r>
            <a:r>
              <a:rPr lang="en-GB" altLang="nl-BE" i="1" dirty="0"/>
              <a:t>n </a:t>
            </a:r>
            <a:r>
              <a:rPr lang="en-GB" altLang="nl-BE" dirty="0"/>
              <a:t>– </a:t>
            </a:r>
            <a:r>
              <a:rPr lang="en-GB" altLang="nl-BE" i="1" dirty="0"/>
              <a:t>p </a:t>
            </a:r>
            <a:r>
              <a:rPr lang="en-GB" altLang="nl-BE" dirty="0"/>
              <a:t>– 1)</a:t>
            </a:r>
          </a:p>
          <a:p>
            <a:pPr lvl="1"/>
            <a:r>
              <a:rPr lang="en-GB" altLang="nl-BE" i="1" dirty="0"/>
              <a:t>D</a:t>
            </a:r>
            <a:r>
              <a:rPr lang="en-GB" altLang="nl-BE" i="1" baseline="-25000" dirty="0"/>
              <a:t>i</a:t>
            </a:r>
            <a:r>
              <a:rPr lang="en-GB" altLang="nl-BE" dirty="0"/>
              <a:t> &gt; </a:t>
            </a:r>
            <a:r>
              <a:rPr lang="en-GB" altLang="nl-BE" dirty="0" err="1"/>
              <a:t>referentiewaarde</a:t>
            </a:r>
            <a:r>
              <a:rPr lang="en-GB" altLang="nl-BE" dirty="0"/>
              <a:t>: </a:t>
            </a:r>
            <a:r>
              <a:rPr lang="en-GB" altLang="nl-BE" dirty="0" err="1"/>
              <a:t>geeft</a:t>
            </a:r>
            <a:r>
              <a:rPr lang="en-GB" altLang="nl-BE" dirty="0"/>
              <a:t> </a:t>
            </a:r>
            <a:r>
              <a:rPr lang="en-GB" altLang="nl-BE" dirty="0" err="1"/>
              <a:t>sterke</a:t>
            </a:r>
            <a:r>
              <a:rPr lang="en-GB" altLang="nl-BE" dirty="0"/>
              <a:t> </a:t>
            </a:r>
            <a:r>
              <a:rPr lang="en-GB" altLang="nl-BE" dirty="0" err="1"/>
              <a:t>invloed</a:t>
            </a:r>
            <a:r>
              <a:rPr lang="en-GB" altLang="nl-BE" dirty="0"/>
              <a:t> van </a:t>
            </a:r>
            <a:r>
              <a:rPr lang="en-GB" altLang="nl-BE" dirty="0" err="1"/>
              <a:t>observatie-eenheid</a:t>
            </a:r>
            <a:r>
              <a:rPr lang="en-GB" altLang="nl-BE" dirty="0"/>
              <a:t> </a:t>
            </a:r>
            <a:r>
              <a:rPr lang="en-GB" altLang="nl-BE" i="1" dirty="0" err="1"/>
              <a:t>i</a:t>
            </a:r>
            <a:r>
              <a:rPr lang="en-GB" altLang="nl-BE" dirty="0"/>
              <a:t> op</a:t>
            </a:r>
            <a:br>
              <a:rPr lang="en-GB" altLang="nl-BE" dirty="0"/>
            </a:br>
            <a:r>
              <a:rPr lang="en-GB" altLang="nl-BE" dirty="0"/>
              <a:t>		                </a:t>
            </a:r>
            <a:r>
              <a:rPr lang="en-GB" altLang="nl-BE" dirty="0" err="1"/>
              <a:t>parameterschattingen</a:t>
            </a:r>
            <a:r>
              <a:rPr lang="en-GB" altLang="nl-BE" dirty="0"/>
              <a:t> </a:t>
            </a:r>
            <a:r>
              <a:rPr lang="en-GB" altLang="nl-BE" dirty="0" err="1"/>
              <a:t>aan</a:t>
            </a:r>
            <a:endParaRPr lang="en-GB" altLang="nl-BE" dirty="0"/>
          </a:p>
          <a:p>
            <a:pPr>
              <a:buNone/>
            </a:pPr>
            <a:endParaRPr lang="en-GB" altLang="nl-BE" sz="1400" dirty="0"/>
          </a:p>
          <a:p>
            <a:pPr>
              <a:buNone/>
            </a:pPr>
            <a:r>
              <a:rPr lang="en-GB" altLang="nl-BE" sz="2200" dirty="0"/>
              <a:t>	</a:t>
            </a:r>
            <a:endParaRPr lang="en-GB" altLang="nl-BE" sz="3200" b="0" dirty="0"/>
          </a:p>
          <a:p>
            <a:pPr>
              <a:buNone/>
            </a:pPr>
            <a:r>
              <a:rPr lang="en-GB" altLang="nl-BE" sz="1800" b="0" dirty="0"/>
              <a:t>(</a:t>
            </a:r>
            <a:r>
              <a:rPr lang="en-GB" altLang="nl-BE" sz="1800" b="0" dirty="0" err="1"/>
              <a:t>Noot</a:t>
            </a:r>
            <a:r>
              <a:rPr lang="en-GB" altLang="nl-BE" sz="1800" b="0" dirty="0"/>
              <a:t>: </a:t>
            </a:r>
            <a:r>
              <a:rPr lang="en-GB" altLang="nl-BE" sz="1800" b="0" dirty="0" err="1"/>
              <a:t>bij</a:t>
            </a:r>
            <a:r>
              <a:rPr lang="en-GB" altLang="nl-BE" sz="1800" b="0" dirty="0"/>
              <a:t> </a:t>
            </a:r>
            <a:r>
              <a:rPr lang="en-GB" altLang="nl-BE" sz="1800" b="0" dirty="0" err="1"/>
              <a:t>zeer</a:t>
            </a:r>
            <a:r>
              <a:rPr lang="en-GB" altLang="nl-BE" sz="1800" b="0" dirty="0"/>
              <a:t> </a:t>
            </a:r>
            <a:r>
              <a:rPr lang="en-GB" altLang="nl-BE" sz="1800" b="0" dirty="0" err="1"/>
              <a:t>grote</a:t>
            </a:r>
            <a:r>
              <a:rPr lang="en-GB" altLang="nl-BE" sz="1800" b="0" dirty="0"/>
              <a:t> datasets </a:t>
            </a:r>
            <a:r>
              <a:rPr lang="en-GB" altLang="nl-BE" sz="1800" b="0" dirty="0" err="1"/>
              <a:t>wordt</a:t>
            </a:r>
            <a:r>
              <a:rPr lang="en-GB" altLang="nl-BE" sz="1800" b="0" dirty="0"/>
              <a:t> 0,5 </a:t>
            </a:r>
            <a:r>
              <a:rPr lang="en-GB" altLang="nl-BE" sz="1800" b="0" dirty="0" err="1"/>
              <a:t>ook</a:t>
            </a:r>
            <a:r>
              <a:rPr lang="en-GB" altLang="nl-BE" sz="1800" b="0" dirty="0"/>
              <a:t> </a:t>
            </a:r>
            <a:r>
              <a:rPr lang="en-GB" altLang="nl-BE" sz="1800" b="0" dirty="0" err="1"/>
              <a:t>soms</a:t>
            </a:r>
            <a:r>
              <a:rPr lang="en-GB" altLang="nl-BE" sz="1800" b="0" dirty="0"/>
              <a:t> </a:t>
            </a:r>
            <a:r>
              <a:rPr lang="en-GB" altLang="nl-BE" sz="1800" b="0" dirty="0" err="1"/>
              <a:t>als</a:t>
            </a:r>
            <a:r>
              <a:rPr lang="en-GB" altLang="nl-BE" sz="1800" b="0" dirty="0"/>
              <a:t> </a:t>
            </a:r>
            <a:r>
              <a:rPr lang="en-GB" altLang="nl-BE" sz="1800" b="0" dirty="0" err="1"/>
              <a:t>referentiewaarde</a:t>
            </a:r>
            <a:r>
              <a:rPr lang="en-GB" altLang="nl-BE" sz="1800" b="0" dirty="0"/>
              <a:t> </a:t>
            </a:r>
            <a:r>
              <a:rPr lang="en-GB" altLang="nl-BE" sz="1800" b="0" dirty="0" err="1"/>
              <a:t>voorgesteld</a:t>
            </a:r>
            <a:r>
              <a:rPr lang="en-GB" altLang="nl-BE" sz="1800" b="0" dirty="0"/>
              <a:t>) </a:t>
            </a:r>
          </a:p>
          <a:p>
            <a:endParaRPr lang="nl-BE" dirty="0"/>
          </a:p>
        </p:txBody>
      </p:sp>
    </p:spTree>
    <p:extLst>
      <p:ext uri="{BB962C8B-B14F-4D97-AF65-F5344CB8AC3E}">
        <p14:creationId xmlns:p14="http://schemas.microsoft.com/office/powerpoint/2010/main" val="1999607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B630D1-1BDE-BB41-919B-3C093E37552E}"/>
              </a:ext>
            </a:extLst>
          </p:cNvPr>
          <p:cNvSpPr>
            <a:spLocks noGrp="1"/>
          </p:cNvSpPr>
          <p:nvPr>
            <p:ph type="title"/>
          </p:nvPr>
        </p:nvSpPr>
        <p:spPr/>
        <p:txBody>
          <a:bodyPr/>
          <a:lstStyle/>
          <a:p>
            <a:r>
              <a:rPr lang="nl-BE" dirty="0"/>
              <a:t>Interactieve grafieken uit OLP2 functies</a:t>
            </a:r>
          </a:p>
        </p:txBody>
      </p:sp>
      <p:sp>
        <p:nvSpPr>
          <p:cNvPr id="3" name="Tijdelijke aanduiding voor dianummer 2">
            <a:extLst>
              <a:ext uri="{FF2B5EF4-FFF2-40B4-BE49-F238E27FC236}">
                <a16:creationId xmlns:a16="http://schemas.microsoft.com/office/drawing/2014/main" id="{3DF33A86-F04F-A946-885A-E57D382A0821}"/>
              </a:ext>
            </a:extLst>
          </p:cNvPr>
          <p:cNvSpPr>
            <a:spLocks noGrp="1"/>
          </p:cNvSpPr>
          <p:nvPr>
            <p:ph type="sldNum" sz="quarter" idx="10"/>
          </p:nvPr>
        </p:nvSpPr>
        <p:spPr/>
        <p:txBody>
          <a:bodyPr/>
          <a:lstStyle/>
          <a:p>
            <a:fld id="{E038E271-308C-2E46-A3EC-56326F9084CC}" type="slidenum">
              <a:rPr lang="nl-BE" smtClean="0"/>
              <a:pPr/>
              <a:t>19</a:t>
            </a:fld>
            <a:endParaRPr lang="nl-BE" dirty="0"/>
          </a:p>
        </p:txBody>
      </p:sp>
      <p:sp>
        <p:nvSpPr>
          <p:cNvPr id="4" name="Tijdelijke aanduiding voor inhoud 3">
            <a:extLst>
              <a:ext uri="{FF2B5EF4-FFF2-40B4-BE49-F238E27FC236}">
                <a16:creationId xmlns:a16="http://schemas.microsoft.com/office/drawing/2014/main" id="{83A393F5-C5FD-A149-81E4-10943B60502D}"/>
              </a:ext>
            </a:extLst>
          </p:cNvPr>
          <p:cNvSpPr>
            <a:spLocks noGrp="1"/>
          </p:cNvSpPr>
          <p:nvPr>
            <p:ph idx="1"/>
          </p:nvPr>
        </p:nvSpPr>
        <p:spPr/>
        <p:txBody>
          <a:bodyPr/>
          <a:lstStyle/>
          <a:p>
            <a:pPr marL="0" indent="0">
              <a:buNone/>
            </a:pPr>
            <a:r>
              <a:rPr lang="nl-BE" sz="1800" dirty="0">
                <a:solidFill>
                  <a:srgbClr val="1C00FF"/>
                </a:solidFill>
                <a:latin typeface="Courier New" panose="02070309020205020404" pitchFamily="49" charset="0"/>
                <a:cs typeface="Courier New" panose="02070309020205020404" pitchFamily="49" charset="0"/>
              </a:rPr>
              <a:t>&gt; residuals_plot(Model1)			&gt; cooks_plot(Model1)</a:t>
            </a:r>
          </a:p>
          <a:p>
            <a:pPr marL="0" indent="0">
              <a:buNone/>
            </a:pPr>
            <a:endParaRPr lang="nl-BE" sz="1800" dirty="0">
              <a:solidFill>
                <a:srgbClr val="1C00FF"/>
              </a:solidFill>
              <a:latin typeface="Courier New" panose="02070309020205020404" pitchFamily="49" charset="0"/>
              <a:cs typeface="Courier New" panose="02070309020205020404" pitchFamily="49" charset="0"/>
            </a:endParaRPr>
          </a:p>
        </p:txBody>
      </p:sp>
      <p:pic>
        <p:nvPicPr>
          <p:cNvPr id="5" name="Afbeelding 4">
            <a:extLst>
              <a:ext uri="{FF2B5EF4-FFF2-40B4-BE49-F238E27FC236}">
                <a16:creationId xmlns:a16="http://schemas.microsoft.com/office/drawing/2014/main" id="{9E1806D4-2A6C-F345-91B4-F41CE6F5AA55}"/>
              </a:ext>
            </a:extLst>
          </p:cNvPr>
          <p:cNvPicPr>
            <a:picLocks noChangeAspect="1"/>
          </p:cNvPicPr>
          <p:nvPr/>
        </p:nvPicPr>
        <p:blipFill>
          <a:blip r:embed="rId3"/>
          <a:stretch>
            <a:fillRect/>
          </a:stretch>
        </p:blipFill>
        <p:spPr>
          <a:xfrm>
            <a:off x="6465253" y="2078348"/>
            <a:ext cx="4813300" cy="3657600"/>
          </a:xfrm>
          <a:prstGeom prst="rect">
            <a:avLst/>
          </a:prstGeom>
        </p:spPr>
      </p:pic>
      <p:pic>
        <p:nvPicPr>
          <p:cNvPr id="6" name="Afbeelding 5">
            <a:extLst>
              <a:ext uri="{FF2B5EF4-FFF2-40B4-BE49-F238E27FC236}">
                <a16:creationId xmlns:a16="http://schemas.microsoft.com/office/drawing/2014/main" id="{FFAA85A9-CCD2-A140-9CF9-4715B5876A57}"/>
              </a:ext>
            </a:extLst>
          </p:cNvPr>
          <p:cNvPicPr>
            <a:picLocks noChangeAspect="1"/>
          </p:cNvPicPr>
          <p:nvPr/>
        </p:nvPicPr>
        <p:blipFill>
          <a:blip r:embed="rId4"/>
          <a:stretch>
            <a:fillRect/>
          </a:stretch>
        </p:blipFill>
        <p:spPr>
          <a:xfrm>
            <a:off x="334328" y="2078348"/>
            <a:ext cx="4813300" cy="3657600"/>
          </a:xfrm>
          <a:prstGeom prst="rect">
            <a:avLst/>
          </a:prstGeom>
        </p:spPr>
      </p:pic>
      <p:cxnSp>
        <p:nvCxnSpPr>
          <p:cNvPr id="7" name="Rechte verbindingslijn 8">
            <a:extLst>
              <a:ext uri="{FF2B5EF4-FFF2-40B4-BE49-F238E27FC236}">
                <a16:creationId xmlns:a16="http://schemas.microsoft.com/office/drawing/2014/main" id="{2B1A132D-1614-A14B-9F11-4DE4AC8BC055}"/>
              </a:ext>
            </a:extLst>
          </p:cNvPr>
          <p:cNvCxnSpPr>
            <a:cxnSpLocks noChangeShapeType="1"/>
          </p:cNvCxnSpPr>
          <p:nvPr/>
        </p:nvCxnSpPr>
        <p:spPr bwMode="auto">
          <a:xfrm rot="5400000">
            <a:off x="3378200" y="3774708"/>
            <a:ext cx="4725988" cy="15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76514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0ABDC9-A765-A24D-80CC-26F29D3E7484}"/>
              </a:ext>
            </a:extLst>
          </p:cNvPr>
          <p:cNvSpPr>
            <a:spLocks noGrp="1"/>
          </p:cNvSpPr>
          <p:nvPr>
            <p:ph type="title"/>
          </p:nvPr>
        </p:nvSpPr>
        <p:spPr/>
        <p:txBody>
          <a:bodyPr/>
          <a:lstStyle/>
          <a:p>
            <a:r>
              <a:rPr lang="nl-BE" dirty="0"/>
              <a:t>Andere assumpties?</a:t>
            </a:r>
          </a:p>
        </p:txBody>
      </p:sp>
      <p:sp>
        <p:nvSpPr>
          <p:cNvPr id="3" name="Tijdelijke aanduiding voor dianummer 2">
            <a:extLst>
              <a:ext uri="{FF2B5EF4-FFF2-40B4-BE49-F238E27FC236}">
                <a16:creationId xmlns:a16="http://schemas.microsoft.com/office/drawing/2014/main" id="{D43365AF-82A0-F243-9E93-69352CD8B4BA}"/>
              </a:ext>
            </a:extLst>
          </p:cNvPr>
          <p:cNvSpPr>
            <a:spLocks noGrp="1"/>
          </p:cNvSpPr>
          <p:nvPr>
            <p:ph type="sldNum" sz="quarter" idx="10"/>
          </p:nvPr>
        </p:nvSpPr>
        <p:spPr/>
        <p:txBody>
          <a:bodyPr/>
          <a:lstStyle/>
          <a:p>
            <a:fld id="{E038E271-308C-2E46-A3EC-56326F9084CC}" type="slidenum">
              <a:rPr lang="nl-BE" smtClean="0"/>
              <a:pPr/>
              <a:t>20</a:t>
            </a:fld>
            <a:endParaRPr lang="nl-BE" dirty="0"/>
          </a:p>
        </p:txBody>
      </p:sp>
      <p:sp>
        <p:nvSpPr>
          <p:cNvPr id="4" name="Tijdelijke aanduiding voor inhoud 3">
            <a:extLst>
              <a:ext uri="{FF2B5EF4-FFF2-40B4-BE49-F238E27FC236}">
                <a16:creationId xmlns:a16="http://schemas.microsoft.com/office/drawing/2014/main" id="{8BB76316-E9DF-B14A-AA2E-22FA646EFAA5}"/>
              </a:ext>
            </a:extLst>
          </p:cNvPr>
          <p:cNvSpPr>
            <a:spLocks noGrp="1"/>
          </p:cNvSpPr>
          <p:nvPr>
            <p:ph idx="1"/>
          </p:nvPr>
        </p:nvSpPr>
        <p:spPr/>
        <p:txBody>
          <a:bodyPr/>
          <a:lstStyle/>
          <a:p>
            <a:pPr marL="400050" indent="-400050">
              <a:buFontTx/>
              <a:buAutoNum type="arabicPeriod"/>
            </a:pPr>
            <a:r>
              <a:rPr lang="nl-BE" altLang="nl-BE" dirty="0">
                <a:solidFill>
                  <a:schemeClr val="bg1">
                    <a:lumMod val="65000"/>
                  </a:schemeClr>
                </a:solidFill>
              </a:rPr>
              <a:t>Lineariteit</a:t>
            </a:r>
          </a:p>
          <a:p>
            <a:pPr marL="400050" indent="-400050">
              <a:buFontTx/>
              <a:buAutoNum type="arabicPeriod"/>
            </a:pPr>
            <a:r>
              <a:rPr lang="nl-BE" altLang="nl-BE" dirty="0">
                <a:solidFill>
                  <a:schemeClr val="bg1">
                    <a:lumMod val="65000"/>
                  </a:schemeClr>
                </a:solidFill>
              </a:rPr>
              <a:t>Homoscedasticiteit</a:t>
            </a:r>
          </a:p>
          <a:p>
            <a:pPr marL="400050" indent="-400050">
              <a:buFontTx/>
              <a:buAutoNum type="arabicPeriod"/>
            </a:pPr>
            <a:r>
              <a:rPr lang="nl-BE" altLang="nl-BE" dirty="0">
                <a:solidFill>
                  <a:schemeClr val="bg1">
                    <a:lumMod val="65000"/>
                  </a:schemeClr>
                </a:solidFill>
              </a:rPr>
              <a:t>Geen outliers</a:t>
            </a:r>
          </a:p>
          <a:p>
            <a:pPr marL="400050" indent="-400050">
              <a:buFontTx/>
              <a:buAutoNum type="arabicPeriod"/>
            </a:pPr>
            <a:r>
              <a:rPr lang="nl-BE" altLang="nl-BE" dirty="0">
                <a:solidFill>
                  <a:schemeClr val="bg1">
                    <a:lumMod val="65000"/>
                  </a:schemeClr>
                </a:solidFill>
              </a:rPr>
              <a:t>Geen </a:t>
            </a:r>
            <a:r>
              <a:rPr lang="nl-BE" altLang="en-GB" dirty="0">
                <a:solidFill>
                  <a:schemeClr val="bg1">
                    <a:lumMod val="65000"/>
                  </a:schemeClr>
                </a:solidFill>
              </a:rPr>
              <a:t>‘</a:t>
            </a:r>
            <a:r>
              <a:rPr lang="nl-BE" altLang="nl-BE" dirty="0">
                <a:solidFill>
                  <a:schemeClr val="bg1">
                    <a:lumMod val="65000"/>
                  </a:schemeClr>
                </a:solidFill>
              </a:rPr>
              <a:t>clustering</a:t>
            </a:r>
            <a:r>
              <a:rPr lang="nl-BE" altLang="en-GB" dirty="0">
                <a:solidFill>
                  <a:schemeClr val="bg1">
                    <a:lumMod val="65000"/>
                  </a:schemeClr>
                </a:solidFill>
              </a:rPr>
              <a:t>’</a:t>
            </a:r>
            <a:r>
              <a:rPr lang="nl-BE" altLang="nl-BE" dirty="0">
                <a:solidFill>
                  <a:schemeClr val="bg1">
                    <a:lumMod val="65000"/>
                  </a:schemeClr>
                </a:solidFill>
              </a:rPr>
              <a:t> </a:t>
            </a:r>
          </a:p>
          <a:p>
            <a:pPr marL="400050" indent="-400050">
              <a:buFontTx/>
              <a:buAutoNum type="arabicPeriod"/>
            </a:pPr>
            <a:r>
              <a:rPr lang="nl-BE" altLang="nl-BE" dirty="0">
                <a:solidFill>
                  <a:schemeClr val="bg1">
                    <a:lumMod val="65000"/>
                  </a:schemeClr>
                </a:solidFill>
              </a:rPr>
              <a:t>Errortermen normaal verdeeld</a:t>
            </a:r>
          </a:p>
          <a:p>
            <a:pPr marL="400050" indent="-400050">
              <a:buFontTx/>
              <a:buAutoNum type="arabicPeriod"/>
            </a:pPr>
            <a:endParaRPr lang="nl-BE" altLang="nl-BE" dirty="0"/>
          </a:p>
          <a:p>
            <a:pPr marL="400050" indent="-400050">
              <a:buFontTx/>
              <a:buAutoNum type="arabicPeriod"/>
            </a:pPr>
            <a:endParaRPr lang="nl-BE" altLang="nl-BE" dirty="0"/>
          </a:p>
          <a:p>
            <a:pPr marL="400050" indent="-400050">
              <a:buFontTx/>
              <a:buAutoNum type="arabicPeriod"/>
            </a:pPr>
            <a:r>
              <a:rPr lang="nl-BE" altLang="nl-BE" dirty="0"/>
              <a:t>Alle relevante onafhankelijke variabelen</a:t>
            </a:r>
            <a:br>
              <a:rPr lang="nl-BE" altLang="nl-BE" dirty="0"/>
            </a:br>
            <a:r>
              <a:rPr lang="nl-BE" altLang="nl-BE" dirty="0"/>
              <a:t>in model?</a:t>
            </a:r>
            <a:endParaRPr lang="nl-NL" altLang="nl-BE" dirty="0"/>
          </a:p>
          <a:p>
            <a:endParaRPr lang="nl-BE" dirty="0"/>
          </a:p>
        </p:txBody>
      </p:sp>
      <p:graphicFrame>
        <p:nvGraphicFramePr>
          <p:cNvPr id="5" name="Object 2">
            <a:extLst>
              <a:ext uri="{FF2B5EF4-FFF2-40B4-BE49-F238E27FC236}">
                <a16:creationId xmlns:a16="http://schemas.microsoft.com/office/drawing/2014/main" id="{08F8DF31-E1F2-1143-802C-583B07ED0CAA}"/>
              </a:ext>
            </a:extLst>
          </p:cNvPr>
          <p:cNvGraphicFramePr>
            <a:graphicFrameLocks noChangeAspect="1"/>
          </p:cNvGraphicFramePr>
          <p:nvPr>
            <p:extLst>
              <p:ext uri="{D42A27DB-BD31-4B8C-83A1-F6EECF244321}">
                <p14:modId xmlns:p14="http://schemas.microsoft.com/office/powerpoint/2010/main" val="813924621"/>
              </p:ext>
            </p:extLst>
          </p:nvPr>
        </p:nvGraphicFramePr>
        <p:xfrm>
          <a:off x="7850750" y="284446"/>
          <a:ext cx="4888686" cy="6237289"/>
        </p:xfrm>
        <a:graphic>
          <a:graphicData uri="http://schemas.openxmlformats.org/presentationml/2006/ole">
            <mc:AlternateContent xmlns:mc="http://schemas.openxmlformats.org/markup-compatibility/2006">
              <mc:Choice xmlns:v="urn:schemas-microsoft-com:vml" Requires="v">
                <p:oleObj name="Document" r:id="rId3" imgW="24482540" imgH="31238095" progId="Word.Document.12">
                  <p:link updateAutomatic="1"/>
                </p:oleObj>
              </mc:Choice>
              <mc:Fallback>
                <p:oleObj name="Document" r:id="rId3" imgW="24482540" imgH="31238095" progId="Word.Document.12">
                  <p:link updateAutomatic="1"/>
                  <p:pic>
                    <p:nvPicPr>
                      <p:cNvPr id="5" name="Object 2">
                        <a:extLst>
                          <a:ext uri="{FF2B5EF4-FFF2-40B4-BE49-F238E27FC236}">
                            <a16:creationId xmlns:a16="http://schemas.microsoft.com/office/drawing/2014/main" id="{08F8DF31-E1F2-1143-802C-583B07ED0C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0750" y="284446"/>
                        <a:ext cx="4888686" cy="623728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49446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21</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p:txBody>
          <a:bodyPr>
            <a:normAutofit/>
          </a:bodyPr>
          <a:lstStyle/>
          <a:p>
            <a:r>
              <a:rPr lang="nl-BE" dirty="0"/>
              <a:t>Meervoudige regressieanalyse</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7" name="Tijdelijke aanduiding voor afbeelding 6">
            <a:extLst>
              <a:ext uri="{FF2B5EF4-FFF2-40B4-BE49-F238E27FC236}">
                <a16:creationId xmlns:a16="http://schemas.microsoft.com/office/drawing/2014/main" id="{02CB0FD9-9CCA-654F-A7ED-877FDBB83BCB}"/>
              </a:ext>
            </a:extLst>
          </p:cNvPr>
          <p:cNvPicPr>
            <a:picLocks noGrp="1" noChangeAspect="1"/>
          </p:cNvPicPr>
          <p:nvPr>
            <p:ph type="pic" idx="1"/>
          </p:nvPr>
        </p:nvPicPr>
        <p:blipFill rotWithShape="1">
          <a:blip r:embed="rId3"/>
          <a:srcRect t="-37075" b="-37075"/>
          <a:stretch/>
        </p:blipFill>
        <p:spPr>
          <a:xfrm>
            <a:off x="623889" y="620713"/>
            <a:ext cx="5145732" cy="5616575"/>
          </a:xfrm>
        </p:spPr>
      </p:pic>
    </p:spTree>
    <p:extLst>
      <p:ext uri="{BB962C8B-B14F-4D97-AF65-F5344CB8AC3E}">
        <p14:creationId xmlns:p14="http://schemas.microsoft.com/office/powerpoint/2010/main" val="689296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E2D943-4AA0-9249-8667-68CE580486E7}"/>
              </a:ext>
            </a:extLst>
          </p:cNvPr>
          <p:cNvSpPr>
            <a:spLocks noGrp="1"/>
          </p:cNvSpPr>
          <p:nvPr>
            <p:ph type="title"/>
          </p:nvPr>
        </p:nvSpPr>
        <p:spPr>
          <a:xfrm>
            <a:off x="623887" y="620713"/>
            <a:ext cx="10944226" cy="791794"/>
          </a:xfrm>
        </p:spPr>
        <p:txBody>
          <a:bodyPr/>
          <a:lstStyle/>
          <a:p>
            <a:r>
              <a:rPr lang="nl-BE" dirty="0"/>
              <a:t>Een voorbeeld</a:t>
            </a:r>
          </a:p>
        </p:txBody>
      </p:sp>
      <p:sp>
        <p:nvSpPr>
          <p:cNvPr id="3" name="Tijdelijke aanduiding voor dianummer 2">
            <a:extLst>
              <a:ext uri="{FF2B5EF4-FFF2-40B4-BE49-F238E27FC236}">
                <a16:creationId xmlns:a16="http://schemas.microsoft.com/office/drawing/2014/main" id="{336AD088-E22A-C148-9AAB-FDA76EFB479D}"/>
              </a:ext>
            </a:extLst>
          </p:cNvPr>
          <p:cNvSpPr>
            <a:spLocks noGrp="1"/>
          </p:cNvSpPr>
          <p:nvPr>
            <p:ph type="sldNum" sz="quarter" idx="10"/>
          </p:nvPr>
        </p:nvSpPr>
        <p:spPr>
          <a:xfrm>
            <a:off x="8923493" y="6339173"/>
            <a:ext cx="2743200" cy="365125"/>
          </a:xfrm>
        </p:spPr>
        <p:txBody>
          <a:bodyPr/>
          <a:lstStyle/>
          <a:p>
            <a:fld id="{E038E271-308C-2E46-A3EC-56326F9084CC}" type="slidenum">
              <a:rPr lang="nl-BE" smtClean="0"/>
              <a:pPr/>
              <a:t>22</a:t>
            </a:fld>
            <a:endParaRPr lang="nl-BE" dirty="0"/>
          </a:p>
        </p:txBody>
      </p:sp>
      <p:sp>
        <p:nvSpPr>
          <p:cNvPr id="4" name="Tijdelijke aanduiding voor inhoud 3">
            <a:extLst>
              <a:ext uri="{FF2B5EF4-FFF2-40B4-BE49-F238E27FC236}">
                <a16:creationId xmlns:a16="http://schemas.microsoft.com/office/drawing/2014/main" id="{7AED8790-2C2D-CE49-9C78-582C09341534}"/>
              </a:ext>
            </a:extLst>
          </p:cNvPr>
          <p:cNvSpPr>
            <a:spLocks noGrp="1"/>
          </p:cNvSpPr>
          <p:nvPr>
            <p:ph idx="1"/>
          </p:nvPr>
        </p:nvSpPr>
        <p:spPr>
          <a:xfrm>
            <a:off x="623887" y="1577009"/>
            <a:ext cx="10944226" cy="4660279"/>
          </a:xfrm>
        </p:spPr>
        <p:txBody>
          <a:bodyPr wrap="square"/>
          <a:lstStyle/>
          <a:p>
            <a:r>
              <a:rPr lang="nl-BE" dirty="0"/>
              <a:t>Heeft autonome motivatie (‘Autonome_mot’) een invloed op resultaten statistiek (‘Resultaat’), na rekening te houden met interesse (‘Interesse’)?</a:t>
            </a:r>
          </a:p>
        </p:txBody>
      </p:sp>
      <p:sp>
        <p:nvSpPr>
          <p:cNvPr id="5" name="Tekstvak 4">
            <a:extLst>
              <a:ext uri="{FF2B5EF4-FFF2-40B4-BE49-F238E27FC236}">
                <a16:creationId xmlns:a16="http://schemas.microsoft.com/office/drawing/2014/main" id="{708CCDB4-821A-FD41-BE7C-04EE84776C72}"/>
              </a:ext>
            </a:extLst>
          </p:cNvPr>
          <p:cNvSpPr txBox="1">
            <a:spLocks noChangeArrowheads="1"/>
          </p:cNvSpPr>
          <p:nvPr/>
        </p:nvSpPr>
        <p:spPr bwMode="auto">
          <a:xfrm>
            <a:off x="2272401" y="4328984"/>
            <a:ext cx="3279690" cy="461665"/>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2400" baseline="0" dirty="0">
                <a:solidFill>
                  <a:schemeClr val="tx1"/>
                </a:solidFill>
                <a:latin typeface="Times New Roman" panose="02020603050405020304" pitchFamily="18" charset="0"/>
              </a:rPr>
              <a:t>Interesse</a:t>
            </a:r>
          </a:p>
        </p:txBody>
      </p:sp>
      <p:sp>
        <p:nvSpPr>
          <p:cNvPr id="6" name="Tekstvak 5">
            <a:extLst>
              <a:ext uri="{FF2B5EF4-FFF2-40B4-BE49-F238E27FC236}">
                <a16:creationId xmlns:a16="http://schemas.microsoft.com/office/drawing/2014/main" id="{E7CEDFEB-D10C-4D48-BB1B-973471547315}"/>
              </a:ext>
            </a:extLst>
          </p:cNvPr>
          <p:cNvSpPr txBox="1">
            <a:spLocks noChangeArrowheads="1"/>
          </p:cNvSpPr>
          <p:nvPr/>
        </p:nvSpPr>
        <p:spPr bwMode="auto">
          <a:xfrm>
            <a:off x="7639653" y="4012385"/>
            <a:ext cx="2160588" cy="461963"/>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2400" baseline="0" dirty="0">
                <a:solidFill>
                  <a:schemeClr val="tx1"/>
                </a:solidFill>
                <a:latin typeface="Times New Roman" panose="02020603050405020304" pitchFamily="18" charset="0"/>
              </a:rPr>
              <a:t>Statistiekscore</a:t>
            </a:r>
          </a:p>
        </p:txBody>
      </p:sp>
      <p:cxnSp>
        <p:nvCxnSpPr>
          <p:cNvPr id="7" name="Rechte verbindingslijn met pijl 6">
            <a:extLst>
              <a:ext uri="{FF2B5EF4-FFF2-40B4-BE49-F238E27FC236}">
                <a16:creationId xmlns:a16="http://schemas.microsoft.com/office/drawing/2014/main" id="{EFF79341-FAF6-7F49-BF20-687A6350E513}"/>
              </a:ext>
            </a:extLst>
          </p:cNvPr>
          <p:cNvCxnSpPr>
            <a:cxnSpLocks noChangeShapeType="1"/>
          </p:cNvCxnSpPr>
          <p:nvPr/>
        </p:nvCxnSpPr>
        <p:spPr bwMode="auto">
          <a:xfrm flipV="1">
            <a:off x="5839428" y="4328984"/>
            <a:ext cx="1512888" cy="203200"/>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
        <p:nvSpPr>
          <p:cNvPr id="9" name="Tekstvak 8">
            <a:extLst>
              <a:ext uri="{FF2B5EF4-FFF2-40B4-BE49-F238E27FC236}">
                <a16:creationId xmlns:a16="http://schemas.microsoft.com/office/drawing/2014/main" id="{3DA3C919-E821-EE44-B64C-3870242CDC4F}"/>
              </a:ext>
            </a:extLst>
          </p:cNvPr>
          <p:cNvSpPr txBox="1">
            <a:spLocks noChangeArrowheads="1"/>
          </p:cNvSpPr>
          <p:nvPr/>
        </p:nvSpPr>
        <p:spPr bwMode="auto">
          <a:xfrm>
            <a:off x="2272401" y="3560899"/>
            <a:ext cx="3279690" cy="461665"/>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2400" baseline="0" dirty="0">
                <a:solidFill>
                  <a:schemeClr val="tx1"/>
                </a:solidFill>
                <a:latin typeface="Times New Roman" panose="02020603050405020304" pitchFamily="18" charset="0"/>
              </a:rPr>
              <a:t>Autonome motivatie</a:t>
            </a:r>
          </a:p>
        </p:txBody>
      </p:sp>
      <p:cxnSp>
        <p:nvCxnSpPr>
          <p:cNvPr id="10" name="Rechte verbindingslijn met pijl 9">
            <a:extLst>
              <a:ext uri="{FF2B5EF4-FFF2-40B4-BE49-F238E27FC236}">
                <a16:creationId xmlns:a16="http://schemas.microsoft.com/office/drawing/2014/main" id="{616DD982-04E9-6041-B41C-2B719A98D1F1}"/>
              </a:ext>
            </a:extLst>
          </p:cNvPr>
          <p:cNvCxnSpPr>
            <a:cxnSpLocks noChangeShapeType="1"/>
          </p:cNvCxnSpPr>
          <p:nvPr/>
        </p:nvCxnSpPr>
        <p:spPr bwMode="auto">
          <a:xfrm>
            <a:off x="5839428" y="3791731"/>
            <a:ext cx="1512888" cy="230833"/>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50915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9F1668-B338-B64E-B224-0B5C6DABCD8E}"/>
              </a:ext>
            </a:extLst>
          </p:cNvPr>
          <p:cNvSpPr>
            <a:spLocks noGrp="1"/>
          </p:cNvSpPr>
          <p:nvPr>
            <p:ph type="title"/>
          </p:nvPr>
        </p:nvSpPr>
        <p:spPr/>
        <p:txBody>
          <a:bodyPr/>
          <a:lstStyle/>
          <a:p>
            <a:r>
              <a:rPr lang="nl-BE" dirty="0"/>
              <a:t>Enkelvoudige regressie - visueel</a:t>
            </a:r>
          </a:p>
        </p:txBody>
      </p:sp>
      <p:sp>
        <p:nvSpPr>
          <p:cNvPr id="3" name="Tijdelijke aanduiding voor dianummer 2">
            <a:extLst>
              <a:ext uri="{FF2B5EF4-FFF2-40B4-BE49-F238E27FC236}">
                <a16:creationId xmlns:a16="http://schemas.microsoft.com/office/drawing/2014/main" id="{B30852F7-8CEA-9A4F-A46F-22F5EFFE60F6}"/>
              </a:ext>
            </a:extLst>
          </p:cNvPr>
          <p:cNvSpPr>
            <a:spLocks noGrp="1"/>
          </p:cNvSpPr>
          <p:nvPr>
            <p:ph type="sldNum" sz="quarter" idx="10"/>
          </p:nvPr>
        </p:nvSpPr>
        <p:spPr/>
        <p:txBody>
          <a:bodyPr/>
          <a:lstStyle/>
          <a:p>
            <a:fld id="{E038E271-308C-2E46-A3EC-56326F9084CC}" type="slidenum">
              <a:rPr lang="nl-BE" smtClean="0"/>
              <a:pPr/>
              <a:t>23</a:t>
            </a:fld>
            <a:endParaRPr lang="nl-BE" dirty="0"/>
          </a:p>
        </p:txBody>
      </p:sp>
      <p:sp>
        <p:nvSpPr>
          <p:cNvPr id="4" name="Tijdelijke aanduiding voor inhoud 3">
            <a:extLst>
              <a:ext uri="{FF2B5EF4-FFF2-40B4-BE49-F238E27FC236}">
                <a16:creationId xmlns:a16="http://schemas.microsoft.com/office/drawing/2014/main" id="{22FB6696-EE43-6D43-8DD1-8FC6D86D4FC8}"/>
              </a:ext>
            </a:extLst>
          </p:cNvPr>
          <p:cNvSpPr>
            <a:spLocks noGrp="1"/>
          </p:cNvSpPr>
          <p:nvPr>
            <p:ph idx="1"/>
          </p:nvPr>
        </p:nvSpPr>
        <p:spPr/>
        <p:txBody>
          <a:bodyPr/>
          <a:lstStyle/>
          <a:p>
            <a:pPr marL="0" indent="0">
              <a:buNone/>
            </a:pPr>
            <a:r>
              <a:rPr lang="nl-BE" sz="2000" dirty="0">
                <a:solidFill>
                  <a:srgbClr val="1C00FF"/>
                </a:solidFill>
                <a:latin typeface="Courier New" panose="02070309020205020404" pitchFamily="49" charset="0"/>
                <a:cs typeface="Courier New" panose="02070309020205020404" pitchFamily="49" charset="0"/>
              </a:rPr>
              <a:t>&gt; plot(Resultaat ~ Autonome_mot, data=StatistiekB)</a:t>
            </a:r>
          </a:p>
          <a:p>
            <a:pPr marL="0" indent="0">
              <a:buNone/>
            </a:pPr>
            <a:r>
              <a:rPr lang="nl-BE" sz="2000" dirty="0">
                <a:solidFill>
                  <a:srgbClr val="1C00FF"/>
                </a:solidFill>
                <a:latin typeface="Courier New" panose="02070309020205020404" pitchFamily="49" charset="0"/>
                <a:cs typeface="Courier New" panose="02070309020205020404" pitchFamily="49" charset="0"/>
              </a:rPr>
              <a:t>&gt; abline(reg=Model1, col="red")</a:t>
            </a:r>
          </a:p>
          <a:p>
            <a:endParaRPr lang="nl-BE" dirty="0"/>
          </a:p>
          <a:p>
            <a:endParaRPr lang="nl-BE" dirty="0"/>
          </a:p>
          <a:p>
            <a:pPr marL="0" indent="0">
              <a:buNone/>
            </a:pPr>
            <a:r>
              <a:rPr lang="nl-BE" dirty="0"/>
              <a:t>				2D scatterplot met regressielijn</a:t>
            </a:r>
          </a:p>
          <a:p>
            <a:pPr marL="0" indent="0">
              <a:buNone/>
            </a:pPr>
            <a:endParaRPr lang="nl-BE" dirty="0"/>
          </a:p>
          <a:p>
            <a:endParaRPr lang="nl-BE" dirty="0"/>
          </a:p>
          <a:p>
            <a:endParaRPr lang="nl-BE" dirty="0"/>
          </a:p>
          <a:p>
            <a:endParaRPr lang="nl-BE" dirty="0"/>
          </a:p>
          <a:p>
            <a:pPr marL="0" indent="0">
              <a:buNone/>
            </a:pPr>
            <a:r>
              <a:rPr lang="nl-BE" dirty="0"/>
              <a:t>				</a:t>
            </a:r>
          </a:p>
        </p:txBody>
      </p:sp>
      <p:pic>
        <p:nvPicPr>
          <p:cNvPr id="8" name="Afbeelding 7">
            <a:extLst>
              <a:ext uri="{FF2B5EF4-FFF2-40B4-BE49-F238E27FC236}">
                <a16:creationId xmlns:a16="http://schemas.microsoft.com/office/drawing/2014/main" id="{768B0AAE-3BF0-084B-82AF-06CF79C608B0}"/>
              </a:ext>
            </a:extLst>
          </p:cNvPr>
          <p:cNvPicPr>
            <a:picLocks noChangeAspect="1"/>
          </p:cNvPicPr>
          <p:nvPr/>
        </p:nvPicPr>
        <p:blipFill>
          <a:blip r:embed="rId3"/>
          <a:stretch>
            <a:fillRect/>
          </a:stretch>
        </p:blipFill>
        <p:spPr>
          <a:xfrm>
            <a:off x="916495" y="2330272"/>
            <a:ext cx="4496753" cy="3907015"/>
          </a:xfrm>
          <a:prstGeom prst="rect">
            <a:avLst/>
          </a:prstGeom>
        </p:spPr>
      </p:pic>
    </p:spTree>
    <p:extLst>
      <p:ext uri="{BB962C8B-B14F-4D97-AF65-F5344CB8AC3E}">
        <p14:creationId xmlns:p14="http://schemas.microsoft.com/office/powerpoint/2010/main" val="3154522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9F1668-B338-B64E-B224-0B5C6DABCD8E}"/>
              </a:ext>
            </a:extLst>
          </p:cNvPr>
          <p:cNvSpPr>
            <a:spLocks noGrp="1"/>
          </p:cNvSpPr>
          <p:nvPr>
            <p:ph type="title"/>
          </p:nvPr>
        </p:nvSpPr>
        <p:spPr/>
        <p:txBody>
          <a:bodyPr/>
          <a:lstStyle/>
          <a:p>
            <a:r>
              <a:rPr lang="nl-BE" dirty="0"/>
              <a:t>Meervoudige regressie - visueel</a:t>
            </a:r>
          </a:p>
        </p:txBody>
      </p:sp>
      <p:sp>
        <p:nvSpPr>
          <p:cNvPr id="3" name="Tijdelijke aanduiding voor dianummer 2">
            <a:extLst>
              <a:ext uri="{FF2B5EF4-FFF2-40B4-BE49-F238E27FC236}">
                <a16:creationId xmlns:a16="http://schemas.microsoft.com/office/drawing/2014/main" id="{B30852F7-8CEA-9A4F-A46F-22F5EFFE60F6}"/>
              </a:ext>
            </a:extLst>
          </p:cNvPr>
          <p:cNvSpPr>
            <a:spLocks noGrp="1"/>
          </p:cNvSpPr>
          <p:nvPr>
            <p:ph type="sldNum" sz="quarter" idx="10"/>
          </p:nvPr>
        </p:nvSpPr>
        <p:spPr/>
        <p:txBody>
          <a:bodyPr/>
          <a:lstStyle/>
          <a:p>
            <a:fld id="{E038E271-308C-2E46-A3EC-56326F9084CC}" type="slidenum">
              <a:rPr lang="nl-BE" smtClean="0"/>
              <a:pPr/>
              <a:t>24</a:t>
            </a:fld>
            <a:endParaRPr lang="nl-BE" dirty="0"/>
          </a:p>
        </p:txBody>
      </p:sp>
      <p:sp>
        <p:nvSpPr>
          <p:cNvPr id="4" name="Tijdelijke aanduiding voor inhoud 3">
            <a:extLst>
              <a:ext uri="{FF2B5EF4-FFF2-40B4-BE49-F238E27FC236}">
                <a16:creationId xmlns:a16="http://schemas.microsoft.com/office/drawing/2014/main" id="{22FB6696-EE43-6D43-8DD1-8FC6D86D4FC8}"/>
              </a:ext>
            </a:extLst>
          </p:cNvPr>
          <p:cNvSpPr>
            <a:spLocks noGrp="1"/>
          </p:cNvSpPr>
          <p:nvPr>
            <p:ph idx="1"/>
          </p:nvPr>
        </p:nvSpPr>
        <p:spPr/>
        <p:txBody>
          <a:bodyPr/>
          <a:lstStyle/>
          <a:p>
            <a:pPr marL="0" indent="0">
              <a:buNone/>
            </a:pPr>
            <a:r>
              <a:rPr lang="nl-BE" sz="1600" dirty="0">
                <a:solidFill>
                  <a:srgbClr val="1C00FF"/>
                </a:solidFill>
                <a:latin typeface="Courier New" panose="02070309020205020404" pitchFamily="49" charset="0"/>
                <a:cs typeface="Courier New" panose="02070309020205020404" pitchFamily="49" charset="0"/>
              </a:rPr>
              <a:t>&gt; library(scatterplot3d)</a:t>
            </a:r>
          </a:p>
          <a:p>
            <a:pPr marL="0" indent="0">
              <a:buNone/>
            </a:pPr>
            <a:r>
              <a:rPr lang="nl-BE" sz="1600" dirty="0">
                <a:solidFill>
                  <a:srgbClr val="1C00FF"/>
                </a:solidFill>
                <a:latin typeface="Courier New" panose="02070309020205020404" pitchFamily="49" charset="0"/>
                <a:cs typeface="Courier New" panose="02070309020205020404" pitchFamily="49" charset="0"/>
              </a:rPr>
              <a:t>&gt; scatterplot3d(StatistiekB$Resultaat ~ StatistiekB$Autonome_mot + StatistiekB$Interesse,</a:t>
            </a:r>
          </a:p>
          <a:p>
            <a:pPr marL="0" indent="0">
              <a:buNone/>
            </a:pPr>
            <a:r>
              <a:rPr lang="nl-BE" sz="1600" dirty="0">
                <a:solidFill>
                  <a:srgbClr val="1C00FF"/>
                </a:solidFill>
                <a:latin typeface="Courier New" panose="02070309020205020404" pitchFamily="49" charset="0"/>
                <a:cs typeface="Courier New" panose="02070309020205020404" pitchFamily="49" charset="0"/>
              </a:rPr>
              <a:t>                xlab = "Autonome motivatie", ylab = "Resultaat", zlab = "Interesse",</a:t>
            </a:r>
          </a:p>
          <a:p>
            <a:pPr marL="0" indent="0">
              <a:buNone/>
            </a:pPr>
            <a:r>
              <a:rPr lang="nl-BE" sz="1600" dirty="0">
                <a:solidFill>
                  <a:srgbClr val="1C00FF"/>
                </a:solidFill>
                <a:latin typeface="Courier New" panose="02070309020205020404" pitchFamily="49" charset="0"/>
                <a:cs typeface="Courier New" panose="02070309020205020404" pitchFamily="49" charset="0"/>
              </a:rPr>
              <a:t>                color = ”red",               pch = 16)</a:t>
            </a:r>
          </a:p>
          <a:p>
            <a:pPr marL="0" indent="0">
              <a:buNone/>
            </a:pPr>
            <a:endParaRPr lang="nl-BE" sz="2000" dirty="0">
              <a:solidFill>
                <a:srgbClr val="1C00FF"/>
              </a:solidFill>
              <a:latin typeface="Courier New" panose="02070309020205020404" pitchFamily="49" charset="0"/>
              <a:cs typeface="Courier New" panose="02070309020205020404" pitchFamily="49" charset="0"/>
            </a:endParaRPr>
          </a:p>
          <a:p>
            <a:endParaRPr lang="nl-BE" dirty="0"/>
          </a:p>
          <a:p>
            <a:endParaRPr lang="nl-BE" dirty="0"/>
          </a:p>
          <a:p>
            <a:pPr marL="0" indent="0">
              <a:buNone/>
            </a:pPr>
            <a:r>
              <a:rPr lang="nl-BE" dirty="0"/>
              <a:t>				    3D scatterplot met regressievlak</a:t>
            </a:r>
            <a:br>
              <a:rPr lang="nl-BE" dirty="0"/>
            </a:br>
            <a:r>
              <a:rPr lang="nl-BE" dirty="0"/>
              <a:t>				</a:t>
            </a:r>
            <a:r>
              <a:rPr lang="nl-BE" sz="2000" dirty="0"/>
              <a:t>     (Max. 2 onafhankelijke variabelen)</a:t>
            </a:r>
            <a:br>
              <a:rPr lang="nl-BE" dirty="0"/>
            </a:br>
            <a:endParaRPr lang="nl-BE" dirty="0"/>
          </a:p>
          <a:p>
            <a:pPr marL="0" indent="0">
              <a:buNone/>
            </a:pPr>
            <a:endParaRPr lang="nl-BE" dirty="0"/>
          </a:p>
          <a:p>
            <a:endParaRPr lang="nl-BE" dirty="0"/>
          </a:p>
          <a:p>
            <a:endParaRPr lang="nl-BE" dirty="0"/>
          </a:p>
          <a:p>
            <a:endParaRPr lang="nl-BE" dirty="0"/>
          </a:p>
          <a:p>
            <a:pPr marL="0" indent="0">
              <a:buNone/>
            </a:pPr>
            <a:r>
              <a:rPr lang="nl-BE" dirty="0"/>
              <a:t>				</a:t>
            </a:r>
          </a:p>
        </p:txBody>
      </p:sp>
      <p:pic>
        <p:nvPicPr>
          <p:cNvPr id="6" name="Afbeelding 5">
            <a:extLst>
              <a:ext uri="{FF2B5EF4-FFF2-40B4-BE49-F238E27FC236}">
                <a16:creationId xmlns:a16="http://schemas.microsoft.com/office/drawing/2014/main" id="{57631DAA-BC15-3449-B7BA-3EB6B370D898}"/>
              </a:ext>
            </a:extLst>
          </p:cNvPr>
          <p:cNvPicPr>
            <a:picLocks noChangeAspect="1"/>
          </p:cNvPicPr>
          <p:nvPr/>
        </p:nvPicPr>
        <p:blipFill>
          <a:blip r:embed="rId3"/>
          <a:stretch>
            <a:fillRect/>
          </a:stretch>
        </p:blipFill>
        <p:spPr>
          <a:xfrm>
            <a:off x="525307" y="2681573"/>
            <a:ext cx="5232400" cy="3657600"/>
          </a:xfrm>
          <a:prstGeom prst="rect">
            <a:avLst/>
          </a:prstGeom>
        </p:spPr>
      </p:pic>
    </p:spTree>
    <p:extLst>
      <p:ext uri="{BB962C8B-B14F-4D97-AF65-F5344CB8AC3E}">
        <p14:creationId xmlns:p14="http://schemas.microsoft.com/office/powerpoint/2010/main" val="3634492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286AF7-2311-3A49-84CF-C521268D5B50}"/>
              </a:ext>
            </a:extLst>
          </p:cNvPr>
          <p:cNvSpPr>
            <a:spLocks noGrp="1"/>
          </p:cNvSpPr>
          <p:nvPr>
            <p:ph type="title"/>
          </p:nvPr>
        </p:nvSpPr>
        <p:spPr/>
        <p:txBody>
          <a:bodyPr/>
          <a:lstStyle/>
          <a:p>
            <a:r>
              <a:rPr lang="nl-BE" dirty="0"/>
              <a:t>Meervoudige regressie - formule</a:t>
            </a:r>
          </a:p>
        </p:txBody>
      </p:sp>
      <p:sp>
        <p:nvSpPr>
          <p:cNvPr id="3" name="Tijdelijke aanduiding voor dianummer 2">
            <a:extLst>
              <a:ext uri="{FF2B5EF4-FFF2-40B4-BE49-F238E27FC236}">
                <a16:creationId xmlns:a16="http://schemas.microsoft.com/office/drawing/2014/main" id="{6EC406F8-61A7-D542-9D86-15EBB50D1AF4}"/>
              </a:ext>
            </a:extLst>
          </p:cNvPr>
          <p:cNvSpPr>
            <a:spLocks noGrp="1"/>
          </p:cNvSpPr>
          <p:nvPr>
            <p:ph type="sldNum" sz="quarter" idx="10"/>
          </p:nvPr>
        </p:nvSpPr>
        <p:spPr/>
        <p:txBody>
          <a:bodyPr/>
          <a:lstStyle/>
          <a:p>
            <a:fld id="{E038E271-308C-2E46-A3EC-56326F9084CC}" type="slidenum">
              <a:rPr lang="nl-BE" smtClean="0"/>
              <a:pPr/>
              <a:t>25</a:t>
            </a:fld>
            <a:endParaRPr lang="nl-BE" dirty="0"/>
          </a:p>
        </p:txBody>
      </p:sp>
      <p:sp>
        <p:nvSpPr>
          <p:cNvPr id="4" name="Tijdelijke aanduiding voor inhoud 3">
            <a:extLst>
              <a:ext uri="{FF2B5EF4-FFF2-40B4-BE49-F238E27FC236}">
                <a16:creationId xmlns:a16="http://schemas.microsoft.com/office/drawing/2014/main" id="{F5156021-CE2C-794F-8DBA-37752D4A1CDA}"/>
              </a:ext>
            </a:extLst>
          </p:cNvPr>
          <p:cNvSpPr>
            <a:spLocks noGrp="1"/>
          </p:cNvSpPr>
          <p:nvPr>
            <p:ph idx="1"/>
          </p:nvPr>
        </p:nvSpPr>
        <p:spPr>
          <a:xfrm>
            <a:off x="623886" y="1577009"/>
            <a:ext cx="11458385" cy="4660279"/>
          </a:xfrm>
        </p:spPr>
        <p:txBody>
          <a:bodyPr wrap="square"/>
          <a:lstStyle/>
          <a:p>
            <a:endParaRPr lang="nl-BE" dirty="0"/>
          </a:p>
          <a:p>
            <a:endParaRPr lang="nl-BE" dirty="0"/>
          </a:p>
          <a:p>
            <a:endParaRPr lang="nl-BE" dirty="0"/>
          </a:p>
          <a:p>
            <a:r>
              <a:rPr lang="nl-BE" dirty="0" err="1">
                <a:solidFill>
                  <a:srgbClr val="FF0000"/>
                </a:solidFill>
              </a:rPr>
              <a:t>Intercept</a:t>
            </a:r>
            <a:r>
              <a:rPr lang="nl-BE" dirty="0"/>
              <a:t>: </a:t>
            </a:r>
            <a:r>
              <a:rPr lang="nl-BE" b="0" dirty="0"/>
              <a:t>verwachte waarde voor iemand die 0 scoort op alle onafhankelijke</a:t>
            </a:r>
            <a:br>
              <a:rPr lang="nl-BE" b="0" dirty="0"/>
            </a:br>
            <a:r>
              <a:rPr lang="nl-BE" b="0" dirty="0"/>
              <a:t>	       variabelen</a:t>
            </a:r>
          </a:p>
          <a:p>
            <a:endParaRPr lang="nl-BE" sz="1800" b="0" dirty="0"/>
          </a:p>
          <a:p>
            <a:r>
              <a:rPr lang="en-GB" altLang="nl-BE" dirty="0" err="1">
                <a:solidFill>
                  <a:srgbClr val="0070C0"/>
                </a:solidFill>
              </a:rPr>
              <a:t>Hellingsgraad</a:t>
            </a:r>
            <a:r>
              <a:rPr lang="en-GB" altLang="nl-BE" dirty="0">
                <a:solidFill>
                  <a:srgbClr val="0070C0"/>
                </a:solidFill>
              </a:rPr>
              <a:t> 1: </a:t>
            </a:r>
            <a:r>
              <a:rPr lang="en-GB" altLang="nl-BE" b="0" dirty="0"/>
              <a:t>effect van X1 (</a:t>
            </a:r>
            <a:r>
              <a:rPr lang="en-GB" altLang="nl-BE" b="0" dirty="0" err="1">
                <a:solidFill>
                  <a:srgbClr val="7C0502"/>
                </a:solidFill>
              </a:rPr>
              <a:t>ongeacht</a:t>
            </a:r>
            <a:r>
              <a:rPr lang="en-GB" altLang="nl-BE" b="0" dirty="0">
                <a:solidFill>
                  <a:srgbClr val="7C0502"/>
                </a:solidFill>
              </a:rPr>
              <a:t> </a:t>
            </a:r>
            <a:r>
              <a:rPr lang="en-GB" altLang="nl-BE" b="0" dirty="0"/>
              <a:t>X2)</a:t>
            </a:r>
          </a:p>
          <a:p>
            <a:endParaRPr lang="en-GB" altLang="nl-BE" sz="1800" dirty="0"/>
          </a:p>
          <a:p>
            <a:r>
              <a:rPr lang="en-GB" altLang="nl-BE" dirty="0" err="1">
                <a:solidFill>
                  <a:srgbClr val="00B050"/>
                </a:solidFill>
              </a:rPr>
              <a:t>Hellingsgraad</a:t>
            </a:r>
            <a:r>
              <a:rPr lang="en-GB" altLang="nl-BE" dirty="0">
                <a:solidFill>
                  <a:srgbClr val="00B050"/>
                </a:solidFill>
              </a:rPr>
              <a:t> 2:</a:t>
            </a:r>
            <a:r>
              <a:rPr lang="en-GB" altLang="nl-BE" dirty="0"/>
              <a:t> </a:t>
            </a:r>
            <a:r>
              <a:rPr lang="en-GB" altLang="nl-BE" b="0" dirty="0"/>
              <a:t>effect van X2 (</a:t>
            </a:r>
            <a:r>
              <a:rPr lang="en-GB" altLang="nl-BE" b="0" dirty="0" err="1">
                <a:solidFill>
                  <a:srgbClr val="7C0502"/>
                </a:solidFill>
              </a:rPr>
              <a:t>ongeacht</a:t>
            </a:r>
            <a:r>
              <a:rPr lang="en-GB" altLang="nl-BE" b="0" dirty="0">
                <a:solidFill>
                  <a:srgbClr val="7C0502"/>
                </a:solidFill>
              </a:rPr>
              <a:t> </a:t>
            </a:r>
            <a:r>
              <a:rPr lang="en-GB" altLang="nl-BE" b="0" dirty="0"/>
              <a:t>X1)</a:t>
            </a:r>
            <a:endParaRPr lang="nl-BE" b="0" dirty="0"/>
          </a:p>
        </p:txBody>
      </p:sp>
      <p:graphicFrame>
        <p:nvGraphicFramePr>
          <p:cNvPr id="58" name="Object 2">
            <a:extLst>
              <a:ext uri="{FF2B5EF4-FFF2-40B4-BE49-F238E27FC236}">
                <a16:creationId xmlns:a16="http://schemas.microsoft.com/office/drawing/2014/main" id="{5075B71B-6F4D-7F44-A683-4C2606A33ACA}"/>
              </a:ext>
            </a:extLst>
          </p:cNvPr>
          <p:cNvGraphicFramePr>
            <a:graphicFrameLocks noChangeAspect="1"/>
          </p:cNvGraphicFramePr>
          <p:nvPr>
            <p:extLst>
              <p:ext uri="{D42A27DB-BD31-4B8C-83A1-F6EECF244321}">
                <p14:modId xmlns:p14="http://schemas.microsoft.com/office/powerpoint/2010/main" val="2983020930"/>
              </p:ext>
            </p:extLst>
          </p:nvPr>
        </p:nvGraphicFramePr>
        <p:xfrm>
          <a:off x="2805303" y="1698688"/>
          <a:ext cx="6315838" cy="758776"/>
        </p:xfrm>
        <a:graphic>
          <a:graphicData uri="http://schemas.openxmlformats.org/presentationml/2006/ole">
            <mc:AlternateContent xmlns:mc="http://schemas.openxmlformats.org/markup-compatibility/2006">
              <mc:Choice xmlns:v="urn:schemas-microsoft-com:vml" Requires="v">
                <p:oleObj name="Equation" r:id="rId3" imgW="1587500" imgH="190500" progId="Equation.3">
                  <p:embed/>
                </p:oleObj>
              </mc:Choice>
              <mc:Fallback>
                <p:oleObj name="Equation" r:id="rId3" imgW="1587500" imgH="190500" progId="Equation.3">
                  <p:embed/>
                  <p:pic>
                    <p:nvPicPr>
                      <p:cNvPr id="4403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5303" y="1698688"/>
                        <a:ext cx="6315838" cy="758776"/>
                      </a:xfrm>
                      <a:prstGeom prst="rect">
                        <a:avLst/>
                      </a:prstGeom>
                      <a:noFill/>
                      <a:ln>
                        <a:noFill/>
                      </a:ln>
                      <a:effectLst/>
                    </p:spPr>
                  </p:pic>
                </p:oleObj>
              </mc:Fallback>
            </mc:AlternateContent>
          </a:graphicData>
        </a:graphic>
      </p:graphicFrame>
      <p:sp>
        <p:nvSpPr>
          <p:cNvPr id="60" name="Rechthoek 59">
            <a:extLst>
              <a:ext uri="{FF2B5EF4-FFF2-40B4-BE49-F238E27FC236}">
                <a16:creationId xmlns:a16="http://schemas.microsoft.com/office/drawing/2014/main" id="{68482574-290F-FE4D-8F35-5C3B576DA954}"/>
              </a:ext>
            </a:extLst>
          </p:cNvPr>
          <p:cNvSpPr/>
          <p:nvPr/>
        </p:nvSpPr>
        <p:spPr bwMode="auto">
          <a:xfrm>
            <a:off x="3834806" y="1567682"/>
            <a:ext cx="661393" cy="876771"/>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25000">
              <a:ln>
                <a:noFill/>
              </a:ln>
              <a:solidFill>
                <a:schemeClr val="tx1"/>
              </a:solidFill>
              <a:effectLst/>
              <a:latin typeface="Times New Roman" pitchFamily="-107" charset="0"/>
            </a:endParaRPr>
          </a:p>
        </p:txBody>
      </p:sp>
      <p:sp>
        <p:nvSpPr>
          <p:cNvPr id="61" name="Rechthoek 60">
            <a:extLst>
              <a:ext uri="{FF2B5EF4-FFF2-40B4-BE49-F238E27FC236}">
                <a16:creationId xmlns:a16="http://schemas.microsoft.com/office/drawing/2014/main" id="{EB1AB805-83E2-FC44-BF2E-6714D1836EEB}"/>
              </a:ext>
            </a:extLst>
          </p:cNvPr>
          <p:cNvSpPr/>
          <p:nvPr/>
        </p:nvSpPr>
        <p:spPr bwMode="auto">
          <a:xfrm>
            <a:off x="4984954" y="1567681"/>
            <a:ext cx="566981" cy="876771"/>
          </a:xfrm>
          <a:prstGeom prst="rect">
            <a:avLst/>
          </a:prstGeom>
          <a:noFill/>
          <a:ln w="571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25000">
              <a:ln>
                <a:noFill/>
              </a:ln>
              <a:solidFill>
                <a:schemeClr val="tx1"/>
              </a:solidFill>
              <a:effectLst/>
              <a:latin typeface="Times New Roman" pitchFamily="-107" charset="0"/>
            </a:endParaRPr>
          </a:p>
        </p:txBody>
      </p:sp>
      <p:sp>
        <p:nvSpPr>
          <p:cNvPr id="62" name="Rechthoek 61">
            <a:extLst>
              <a:ext uri="{FF2B5EF4-FFF2-40B4-BE49-F238E27FC236}">
                <a16:creationId xmlns:a16="http://schemas.microsoft.com/office/drawing/2014/main" id="{BE455484-63F6-6B42-87F6-CEAFC179C4AA}"/>
              </a:ext>
            </a:extLst>
          </p:cNvPr>
          <p:cNvSpPr/>
          <p:nvPr/>
        </p:nvSpPr>
        <p:spPr bwMode="auto">
          <a:xfrm>
            <a:off x="6740640" y="1567681"/>
            <a:ext cx="661392" cy="876771"/>
          </a:xfrm>
          <a:prstGeom prst="rect">
            <a:avLst/>
          </a:prstGeom>
          <a:noFill/>
          <a:ln w="5715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25000">
              <a:ln>
                <a:noFill/>
              </a:ln>
              <a:solidFill>
                <a:schemeClr val="tx1"/>
              </a:solidFill>
              <a:effectLst/>
              <a:latin typeface="Times New Roman" pitchFamily="-107" charset="0"/>
            </a:endParaRPr>
          </a:p>
        </p:txBody>
      </p:sp>
      <p:sp>
        <p:nvSpPr>
          <p:cNvPr id="9" name="Wolkvormige toelichting 8">
            <a:extLst>
              <a:ext uri="{FF2B5EF4-FFF2-40B4-BE49-F238E27FC236}">
                <a16:creationId xmlns:a16="http://schemas.microsoft.com/office/drawing/2014/main" id="{A3203A3C-C172-F446-8E0D-6F7407E2E694}"/>
              </a:ext>
            </a:extLst>
          </p:cNvPr>
          <p:cNvSpPr/>
          <p:nvPr/>
        </p:nvSpPr>
        <p:spPr bwMode="auto">
          <a:xfrm>
            <a:off x="8229599" y="4559808"/>
            <a:ext cx="3852672" cy="1109472"/>
          </a:xfrm>
          <a:prstGeom prst="cloudCallout">
            <a:avLst>
              <a:gd name="adj1" fmla="val -73364"/>
              <a:gd name="adj2" fmla="val -28124"/>
            </a:avLst>
          </a:prstGeom>
          <a:solidFill>
            <a:srgbClr val="2A77CF"/>
          </a:solidFill>
          <a:ln>
            <a:solidFill>
              <a:srgbClr val="2A77CF"/>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0" name="Rectangle 3">
            <a:extLst>
              <a:ext uri="{FF2B5EF4-FFF2-40B4-BE49-F238E27FC236}">
                <a16:creationId xmlns:a16="http://schemas.microsoft.com/office/drawing/2014/main" id="{9678BA86-E066-EE4A-84BB-28AA211B7F1F}"/>
              </a:ext>
            </a:extLst>
          </p:cNvPr>
          <p:cNvSpPr txBox="1">
            <a:spLocks noChangeArrowheads="1"/>
          </p:cNvSpPr>
          <p:nvPr/>
        </p:nvSpPr>
        <p:spPr bwMode="auto">
          <a:xfrm>
            <a:off x="8583167" y="4947347"/>
            <a:ext cx="2815302" cy="333644"/>
          </a:xfrm>
          <a:prstGeom prst="rect">
            <a:avLst/>
          </a:prstGeom>
          <a:solidFill>
            <a:schemeClr val="bg1">
              <a:lumMod val="75000"/>
            </a:schemeClr>
          </a:solidFill>
          <a:ln>
            <a:noFill/>
          </a:ln>
        </p:spPr>
        <p:txBody>
          <a:bodyPr lIns="0" tIns="0" rIns="0" bIns="0"/>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9pPr>
          </a:lstStyle>
          <a:p>
            <a:pPr>
              <a:buFontTx/>
              <a:buNone/>
              <a:defRPr/>
            </a:pPr>
            <a:r>
              <a:rPr lang="nl-BE" sz="2000" kern="0" baseline="0" dirty="0">
                <a:solidFill>
                  <a:schemeClr val="tx1">
                    <a:lumMod val="95000"/>
                    <a:lumOff val="5000"/>
                  </a:schemeClr>
                </a:solidFill>
                <a:latin typeface="Courier New" panose="02070309020205020404" pitchFamily="49" charset="0"/>
                <a:ea typeface="ＭＳ Ｐゴシック" charset="-128"/>
                <a:cs typeface="Courier New" pitchFamily="49" charset="0"/>
              </a:rPr>
              <a:t>CONDITIONEEL OP X2</a:t>
            </a:r>
          </a:p>
          <a:p>
            <a:pPr>
              <a:defRPr/>
            </a:pPr>
            <a:endParaRPr lang="nl-BE" sz="2000" b="1" kern="0" baseline="0" dirty="0">
              <a:latin typeface="Courier New" panose="02070309020205020404" pitchFamily="49" charset="0"/>
              <a:ea typeface="ＭＳ Ｐゴシック" charset="-128"/>
              <a:cs typeface="Courier New" panose="02070309020205020404" pitchFamily="49" charset="0"/>
            </a:endParaRPr>
          </a:p>
          <a:p>
            <a:pPr marL="0" indent="0">
              <a:buFontTx/>
              <a:buNone/>
              <a:defRPr/>
            </a:pPr>
            <a:endParaRPr lang="nl-BE" sz="2000" b="1" kern="0" baseline="0" dirty="0">
              <a:latin typeface="Courier New" panose="02070309020205020404" pitchFamily="49" charset="0"/>
              <a:ea typeface="ＭＳ Ｐゴシック" charset="-128"/>
              <a:cs typeface="Courier New" panose="02070309020205020404" pitchFamily="49" charset="0"/>
            </a:endParaRPr>
          </a:p>
          <a:p>
            <a:pPr>
              <a:defRPr/>
            </a:pPr>
            <a:endParaRPr lang="nl-NL" sz="2000" b="1" kern="0" baseline="0" dirty="0">
              <a:latin typeface="Courier New" panose="02070309020205020404" pitchFamily="49" charset="0"/>
              <a:ea typeface="ＭＳ Ｐゴシック" charset="-128"/>
              <a:cs typeface="Courier New" panose="02070309020205020404" pitchFamily="49" charset="0"/>
            </a:endParaRPr>
          </a:p>
        </p:txBody>
      </p:sp>
      <p:sp>
        <p:nvSpPr>
          <p:cNvPr id="5" name="Tekstvak 4"/>
          <p:cNvSpPr txBox="1"/>
          <p:nvPr/>
        </p:nvSpPr>
        <p:spPr>
          <a:xfrm>
            <a:off x="2684612" y="2621966"/>
            <a:ext cx="914400" cy="457200"/>
          </a:xfrm>
          <a:prstGeom prst="rect">
            <a:avLst/>
          </a:prstGeom>
          <a:noFill/>
        </p:spPr>
        <p:txBody>
          <a:bodyPr wrap="none" lIns="0" tIns="0" rIns="0" bIns="0" rtlCol="0">
            <a:noAutofit/>
          </a:bodyPr>
          <a:lstStyle/>
          <a:p>
            <a:pPr algn="l"/>
            <a:r>
              <a:rPr lang="nl-BE" sz="1600" i="1" dirty="0">
                <a:solidFill>
                  <a:srgbClr val="000000"/>
                </a:solidFill>
                <a:latin typeface="+mj-lt"/>
                <a:ea typeface="Verdana" panose="020B0604030504040204" pitchFamily="34" charset="0"/>
                <a:cs typeface="Verdana" panose="020B0604030504040204" pitchFamily="34" charset="0"/>
              </a:rPr>
              <a:t>Bv. resultaat</a:t>
            </a:r>
            <a:br>
              <a:rPr lang="nl-BE" sz="1600" i="1" dirty="0">
                <a:solidFill>
                  <a:srgbClr val="000000"/>
                </a:solidFill>
                <a:latin typeface="+mj-lt"/>
                <a:ea typeface="Verdana" panose="020B0604030504040204" pitchFamily="34" charset="0"/>
                <a:cs typeface="Verdana" panose="020B0604030504040204" pitchFamily="34" charset="0"/>
              </a:rPr>
            </a:br>
            <a:r>
              <a:rPr lang="nl-BE" sz="1600" i="1" dirty="0">
                <a:solidFill>
                  <a:srgbClr val="000000"/>
                </a:solidFill>
                <a:latin typeface="+mj-lt"/>
                <a:ea typeface="Verdana" panose="020B0604030504040204" pitchFamily="34" charset="0"/>
                <a:cs typeface="Verdana" panose="020B0604030504040204" pitchFamily="34" charset="0"/>
              </a:rPr>
              <a:t>statistiek</a:t>
            </a:r>
          </a:p>
        </p:txBody>
      </p:sp>
      <p:sp>
        <p:nvSpPr>
          <p:cNvPr id="12" name="Tekstvak 11"/>
          <p:cNvSpPr txBox="1"/>
          <p:nvPr/>
        </p:nvSpPr>
        <p:spPr>
          <a:xfrm>
            <a:off x="4787108" y="2621966"/>
            <a:ext cx="1222125" cy="457200"/>
          </a:xfrm>
          <a:prstGeom prst="rect">
            <a:avLst/>
          </a:prstGeom>
          <a:noFill/>
        </p:spPr>
        <p:txBody>
          <a:bodyPr wrap="none" lIns="0" tIns="0" rIns="0" bIns="0" rtlCol="0">
            <a:noAutofit/>
          </a:bodyPr>
          <a:lstStyle/>
          <a:p>
            <a:r>
              <a:rPr lang="nl-BE" sz="1600" i="1" dirty="0">
                <a:solidFill>
                  <a:srgbClr val="0070C0"/>
                </a:solidFill>
                <a:latin typeface="+mj-lt"/>
                <a:ea typeface="Verdana" panose="020B0604030504040204" pitchFamily="34" charset="0"/>
                <a:cs typeface="Verdana" panose="020B0604030504040204" pitchFamily="34" charset="0"/>
              </a:rPr>
              <a:t>Bv. autonome</a:t>
            </a:r>
            <a:br>
              <a:rPr lang="nl-BE" sz="1600" i="1" dirty="0">
                <a:solidFill>
                  <a:srgbClr val="0070C0"/>
                </a:solidFill>
                <a:latin typeface="+mj-lt"/>
                <a:ea typeface="Verdana" panose="020B0604030504040204" pitchFamily="34" charset="0"/>
                <a:cs typeface="Verdana" panose="020B0604030504040204" pitchFamily="34" charset="0"/>
              </a:rPr>
            </a:br>
            <a:r>
              <a:rPr lang="nl-BE" sz="1600" i="1" dirty="0">
                <a:solidFill>
                  <a:srgbClr val="0070C0"/>
                </a:solidFill>
                <a:latin typeface="+mj-lt"/>
                <a:ea typeface="Verdana" panose="020B0604030504040204" pitchFamily="34" charset="0"/>
                <a:cs typeface="Verdana" panose="020B0604030504040204" pitchFamily="34" charset="0"/>
              </a:rPr>
              <a:t>motivatie</a:t>
            </a:r>
          </a:p>
        </p:txBody>
      </p:sp>
      <p:sp>
        <p:nvSpPr>
          <p:cNvPr id="6" name="Rechthoek 5"/>
          <p:cNvSpPr/>
          <p:nvPr/>
        </p:nvSpPr>
        <p:spPr>
          <a:xfrm>
            <a:off x="6574138" y="2608954"/>
            <a:ext cx="1213009" cy="338554"/>
          </a:xfrm>
          <a:prstGeom prst="rect">
            <a:avLst/>
          </a:prstGeom>
        </p:spPr>
        <p:txBody>
          <a:bodyPr wrap="square">
            <a:spAutoFit/>
          </a:bodyPr>
          <a:lstStyle/>
          <a:p>
            <a:r>
              <a:rPr lang="nl-BE" sz="1600" i="1" dirty="0">
                <a:solidFill>
                  <a:srgbClr val="00B050"/>
                </a:solidFill>
                <a:latin typeface="+mj-lt"/>
                <a:ea typeface="Verdana" panose="020B0604030504040204" pitchFamily="34" charset="0"/>
                <a:cs typeface="Verdana" panose="020B0604030504040204" pitchFamily="34" charset="0"/>
              </a:rPr>
              <a:t>Bv. interesse</a:t>
            </a:r>
          </a:p>
        </p:txBody>
      </p:sp>
    </p:spTree>
    <p:extLst>
      <p:ext uri="{BB962C8B-B14F-4D97-AF65-F5344CB8AC3E}">
        <p14:creationId xmlns:p14="http://schemas.microsoft.com/office/powerpoint/2010/main" val="1796653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26</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Model2 &lt;- lm(Resultaat ~ Autonome_mot + Interesse,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summary(Model2)</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 Interesse,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-3.3432 -0.7286  0.0589  0.7828  3.3998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a:t>
            </a:r>
            <a:r>
              <a:rPr lang="nl-BE" sz="1200" dirty="0">
                <a:solidFill>
                  <a:srgbClr val="00B050"/>
                </a:solidFill>
                <a:latin typeface="Courier New" panose="02070309020205020404" pitchFamily="49" charset="0"/>
                <a:cs typeface="Courier New" panose="02070309020205020404" pitchFamily="49" charset="0"/>
              </a:rPr>
              <a:t>2.335852</a:t>
            </a:r>
            <a:r>
              <a:rPr lang="nl-BE" sz="1200" b="0" dirty="0">
                <a:latin typeface="Courier New" panose="02070309020205020404" pitchFamily="49" charset="0"/>
                <a:cs typeface="Courier New" panose="02070309020205020404" pitchFamily="49" charset="0"/>
              </a:rPr>
              <a:t>   0.776402   3.009  </a:t>
            </a:r>
            <a:r>
              <a:rPr lang="nl-BE" sz="1200" dirty="0">
                <a:solidFill>
                  <a:srgbClr val="00B050"/>
                </a:solidFill>
                <a:latin typeface="Courier New" panose="02070309020205020404" pitchFamily="49" charset="0"/>
                <a:cs typeface="Courier New" panose="02070309020205020404" pitchFamily="49" charset="0"/>
              </a:rPr>
              <a:t>0.00281 **</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Autonome_mot </a:t>
            </a:r>
            <a:r>
              <a:rPr lang="nl-BE" sz="1200" dirty="0">
                <a:solidFill>
                  <a:srgbClr val="00B050"/>
                </a:solidFill>
                <a:latin typeface="Courier New" panose="02070309020205020404" pitchFamily="49" charset="0"/>
                <a:cs typeface="Courier New" panose="02070309020205020404" pitchFamily="49" charset="0"/>
              </a:rPr>
              <a:t>0.144651</a:t>
            </a:r>
            <a:r>
              <a:rPr lang="nl-BE" sz="1200" b="0" dirty="0">
                <a:latin typeface="Courier New" panose="02070309020205020404" pitchFamily="49" charset="0"/>
                <a:cs typeface="Courier New" panose="02070309020205020404" pitchFamily="49" charset="0"/>
              </a:rPr>
              <a:t>   0.005164  28.013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Interesse    </a:t>
            </a:r>
            <a:r>
              <a:rPr lang="nl-BE" sz="1200" dirty="0">
                <a:solidFill>
                  <a:srgbClr val="00B050"/>
                </a:solidFill>
                <a:latin typeface="Courier New" panose="02070309020205020404" pitchFamily="49" charset="0"/>
                <a:cs typeface="Courier New" panose="02070309020205020404" pitchFamily="49" charset="0"/>
              </a:rPr>
              <a:t>0.080726</a:t>
            </a:r>
            <a:r>
              <a:rPr lang="nl-BE" sz="1200" b="0" dirty="0">
                <a:latin typeface="Courier New" panose="02070309020205020404" pitchFamily="49" charset="0"/>
                <a:cs typeface="Courier New" panose="02070309020205020404" pitchFamily="49" charset="0"/>
              </a:rPr>
              <a:t>   0.013026   0.056  </a:t>
            </a:r>
            <a:r>
              <a:rPr lang="nl-BE" sz="1200" dirty="0">
                <a:solidFill>
                  <a:srgbClr val="00B050"/>
                </a:solidFill>
                <a:latin typeface="Courier New" panose="02070309020205020404" pitchFamily="49" charset="0"/>
                <a:cs typeface="Courier New" panose="02070309020205020404" pitchFamily="49" charset="0"/>
              </a:rPr>
              <a:t>0.95558</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 standard error: 1.012 on 354 degrees of freedom</a:t>
            </a:r>
          </a:p>
          <a:p>
            <a:pPr marL="0" indent="0">
              <a:buNone/>
            </a:pPr>
            <a:r>
              <a:rPr lang="nl-BE" sz="1200" b="0" dirty="0">
                <a:latin typeface="Courier New" panose="02070309020205020404" pitchFamily="49" charset="0"/>
                <a:cs typeface="Courier New" panose="02070309020205020404" pitchFamily="49" charset="0"/>
              </a:rPr>
              <a:t>  (143 observations deleted due to missingness)</a:t>
            </a:r>
          </a:p>
          <a:p>
            <a:pPr marL="0" indent="0">
              <a:buNone/>
            </a:pPr>
            <a:r>
              <a:rPr lang="nl-BE" sz="1200" b="0" dirty="0">
                <a:latin typeface="Courier New" panose="02070309020205020404" pitchFamily="49" charset="0"/>
                <a:cs typeface="Courier New" panose="02070309020205020404" pitchFamily="49" charset="0"/>
              </a:rPr>
              <a:t>Multiple R-squared:  0.702,	Adjusted R-squared:  </a:t>
            </a:r>
            <a:r>
              <a:rPr lang="nl-BE" sz="1200" dirty="0">
                <a:solidFill>
                  <a:srgbClr val="00B050"/>
                </a:solidFill>
                <a:latin typeface="Courier New" panose="02070309020205020404" pitchFamily="49" charset="0"/>
                <a:cs typeface="Courier New" panose="02070309020205020404" pitchFamily="49" charset="0"/>
              </a:rPr>
              <a:t>0.7004</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F-statistic:   417 on 2 and 354 DF,  p-value: </a:t>
            </a:r>
            <a:r>
              <a:rPr lang="nl-BE" sz="1200" dirty="0">
                <a:solidFill>
                  <a:srgbClr val="00B050"/>
                </a:solidFill>
                <a:latin typeface="Courier New" panose="02070309020205020404" pitchFamily="49" charset="0"/>
                <a:cs typeface="Courier New" panose="02070309020205020404" pitchFamily="49" charset="0"/>
              </a:rPr>
              <a:t>&lt; 2.2e-16</a:t>
            </a:r>
          </a:p>
        </p:txBody>
      </p:sp>
      <p:pic>
        <p:nvPicPr>
          <p:cNvPr id="5" name="Picture 2" descr="Afbeeldingsresultaat voor R">
            <a:extLst>
              <a:ext uri="{FF2B5EF4-FFF2-40B4-BE49-F238E27FC236}">
                <a16:creationId xmlns:a16="http://schemas.microsoft.com/office/drawing/2014/main" id="{946DB829-E028-2A41-BAE7-67414F2B486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459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7D209-4EC9-F25C-E343-8AD0AE2FB7D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DB0111-BC6F-EC13-FD41-BA4E051352C1}"/>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EDE579F5-18B8-3901-A6E6-E494C5E57D6C}"/>
              </a:ext>
            </a:extLst>
          </p:cNvPr>
          <p:cNvSpPr>
            <a:spLocks noGrp="1"/>
          </p:cNvSpPr>
          <p:nvPr>
            <p:ph type="sldNum" sz="quarter" idx="10"/>
          </p:nvPr>
        </p:nvSpPr>
        <p:spPr/>
        <p:txBody>
          <a:bodyPr/>
          <a:lstStyle/>
          <a:p>
            <a:fld id="{E038E271-308C-2E46-A3EC-56326F9084CC}" type="slidenum">
              <a:rPr lang="nl-BE" smtClean="0"/>
              <a:pPr/>
              <a:t>27</a:t>
            </a:fld>
            <a:endParaRPr lang="nl-BE" dirty="0"/>
          </a:p>
        </p:txBody>
      </p:sp>
      <p:pic>
        <p:nvPicPr>
          <p:cNvPr id="5" name="Picture 2" descr="Afbeeldingsresultaat voor R">
            <a:extLst>
              <a:ext uri="{FF2B5EF4-FFF2-40B4-BE49-F238E27FC236}">
                <a16:creationId xmlns:a16="http://schemas.microsoft.com/office/drawing/2014/main" id="{672EE2EA-09D1-9491-1390-192BA9B99FE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
        <p:nvSpPr>
          <p:cNvPr id="9" name="Tekstvak 8">
            <a:extLst>
              <a:ext uri="{FF2B5EF4-FFF2-40B4-BE49-F238E27FC236}">
                <a16:creationId xmlns:a16="http://schemas.microsoft.com/office/drawing/2014/main" id="{BAAF3659-5729-9DDF-F152-05191EF43FA2}"/>
              </a:ext>
            </a:extLst>
          </p:cNvPr>
          <p:cNvSpPr txBox="1"/>
          <p:nvPr/>
        </p:nvSpPr>
        <p:spPr>
          <a:xfrm>
            <a:off x="2069844" y="1297087"/>
            <a:ext cx="8052312" cy="4606133"/>
          </a:xfrm>
          <a:prstGeom prst="rect">
            <a:avLst/>
          </a:prstGeom>
          <a:noFill/>
        </p:spPr>
        <p:txBody>
          <a:bodyPr wrap="square">
            <a:spAutoFit/>
          </a:bodyPr>
          <a:lstStyle/>
          <a:p>
            <a:pPr marL="342900" marR="0" lvl="0" indent="-342900" algn="l" defTabSz="914400" rtl="0" eaLnBrk="0" fontAlgn="base" latinLnBrk="0" hangingPunct="0">
              <a:lnSpc>
                <a:spcPct val="115000"/>
              </a:lnSpc>
              <a:spcBef>
                <a:spcPct val="0"/>
              </a:spcBef>
              <a:spcAft>
                <a:spcPts val="0"/>
              </a:spcAft>
              <a:buClrTx/>
              <a:buSzTx/>
              <a:buFont typeface="Symbol" panose="05050102010706020507" pitchFamily="18" charset="2"/>
              <a:buChar char=""/>
              <a:tabLst/>
              <a:defRPr/>
            </a:pPr>
            <a:r>
              <a:rPr kumimoji="0" lang="nl-BE"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Uit de </a:t>
            </a:r>
            <a:r>
              <a:rPr kumimoji="0" lang="nl-BE" sz="1600" b="0" i="0" u="none" strike="noStrike" kern="1200" cap="none" spc="0" normalizeH="0" baseline="0" noProof="0" dirty="0" err="1">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Adjusted</a:t>
            </a:r>
            <a:r>
              <a:rPr kumimoji="0" lang="nl-BE"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R² (0.7004) blijkt dat </a:t>
            </a:r>
            <a:r>
              <a:rPr kumimoji="0" lang="nl-BE" sz="1600" b="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in de steekproef</a:t>
            </a:r>
            <a:r>
              <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70,04% van de variantie in resultaten van statistiek te verklaren is de autonome motivatie én interesse van de studenten. Dit is een groot effect.  We verwachten ook dat in de populatie autonome motivatie en interesse een deel van de variantie in resultaten van statistiek zal verklaren (F(2,354)=</a:t>
            </a:r>
            <a:r>
              <a:rPr lang="nl-BE" sz="1600" dirty="0">
                <a:latin typeface="Calibri" panose="020F0502020204030204" pitchFamily="34" charset="0"/>
                <a:ea typeface="Calibri" panose="020F0502020204030204" pitchFamily="34" charset="0"/>
                <a:cs typeface="Times New Roman" panose="02020603050405020304" pitchFamily="18" charset="0"/>
              </a:rPr>
              <a:t>417</a:t>
            </a:r>
            <a:r>
              <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p &lt; 0.05).  </a:t>
            </a:r>
          </a:p>
          <a:p>
            <a:pPr marL="342900" marR="0" lvl="0" indent="-342900" algn="l" defTabSz="914400" rtl="0" eaLnBrk="0" fontAlgn="base" latinLnBrk="0" hangingPunct="0">
              <a:lnSpc>
                <a:spcPct val="115000"/>
              </a:lnSpc>
              <a:spcBef>
                <a:spcPct val="0"/>
              </a:spcBef>
              <a:spcAft>
                <a:spcPts val="0"/>
              </a:spcAft>
              <a:buClrTx/>
              <a:buSzTx/>
              <a:buFont typeface="Symbol" panose="05050102010706020507" pitchFamily="18" charset="2"/>
              <a:buChar char=""/>
              <a:tabLst/>
              <a:defRPr/>
            </a:pP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Het </a:t>
            </a:r>
            <a:r>
              <a:rPr kumimoji="0" lang="nl-NL" sz="1600" b="0" i="0" u="none" strike="noStrike" kern="1200" cap="none" spc="0" normalizeH="0" baseline="0" noProof="0" dirty="0" err="1">
                <a:ln>
                  <a:noFill/>
                </a:ln>
                <a:effectLst/>
                <a:uLnTx/>
                <a:uFillTx/>
                <a:latin typeface="Calibri" panose="020F0502020204030204" pitchFamily="34" charset="0"/>
                <a:ea typeface="Calibri" panose="020F0502020204030204" pitchFamily="34" charset="0"/>
                <a:cs typeface="Times New Roman" panose="02020603050405020304" pitchFamily="18" charset="0"/>
              </a:rPr>
              <a:t>intercept</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bedraagt 2.34. Wanneer een student 0 scoort op autonome motivatie én 0 scoort op interesse verwachten we een score van 2.34 als resultaat voor statistiek in de steekproef. We kunnen deze bevinding doortrekken naar de populatie (t = </a:t>
            </a:r>
            <a:r>
              <a:rPr lang="nl-NL" sz="1600" dirty="0">
                <a:latin typeface="Calibri" panose="020F0502020204030204" pitchFamily="34" charset="0"/>
                <a:ea typeface="Calibri" panose="020F0502020204030204" pitchFamily="34" charset="0"/>
                <a:cs typeface="Times New Roman" panose="02020603050405020304" pitchFamily="18" charset="0"/>
              </a:rPr>
              <a:t>3.009</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p &lt; 0.05) </a:t>
            </a:r>
          </a:p>
          <a:p>
            <a:pPr marL="342900" lvl="0" indent="-342900">
              <a:lnSpc>
                <a:spcPct val="115000"/>
              </a:lnSpc>
              <a:spcAft>
                <a:spcPts val="0"/>
              </a:spcAft>
              <a:buFont typeface="Symbol" panose="05050102010706020507" pitchFamily="18" charset="2"/>
              <a:buChar char=""/>
              <a:defRPr/>
            </a:pP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Autonome motivatie heeft een positief effect op resultaat voor statistiek in de steekproef </a:t>
            </a:r>
            <a:r>
              <a:rPr lang="nl-NL" sz="1600" dirty="0">
                <a:latin typeface="Calibri" panose="020F0502020204030204" pitchFamily="34" charset="0"/>
                <a:ea typeface="Calibri" panose="020F0502020204030204" pitchFamily="34" charset="0"/>
                <a:cs typeface="Times New Roman" panose="02020603050405020304" pitchFamily="18" charset="0"/>
              </a:rPr>
              <a:t>(b = 0.144651) </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alsook in de populatie </a:t>
            </a:r>
            <a:r>
              <a:rPr lang="nl-NL" sz="1600" dirty="0">
                <a:latin typeface="Calibri" panose="020F0502020204030204" pitchFamily="34" charset="0"/>
                <a:ea typeface="Calibri" panose="020F0502020204030204" pitchFamily="34" charset="0"/>
                <a:cs typeface="Times New Roman" panose="02020603050405020304" pitchFamily="18" charset="0"/>
              </a:rPr>
              <a:t>(t = 28.013, p &lt; 0.05)</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0" fontAlgn="base" latinLnBrk="0" hangingPunct="0">
              <a:lnSpc>
                <a:spcPct val="115000"/>
              </a:lnSpc>
              <a:spcBef>
                <a:spcPct val="0"/>
              </a:spcBef>
              <a:spcAft>
                <a:spcPts val="0"/>
              </a:spcAft>
              <a:buClrTx/>
              <a:buSzTx/>
              <a:buFont typeface="Courier New" panose="02070309020205020404" pitchFamily="49" charset="0"/>
              <a:buChar char="o"/>
              <a:tabLst/>
              <a:defRPr/>
            </a:pP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1 eenheid hoger scoren voor autonome motivatie leidt tot 0.14 punten hoger scoren voor resultaat van statistiek in de steekproef ongeacht de score voor interesse.</a:t>
            </a:r>
            <a:endParaRPr lang="nl-NL"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defRPr/>
            </a:pPr>
            <a:r>
              <a:rPr lang="nl-NL" sz="1600" dirty="0">
                <a:solidFill>
                  <a:srgbClr val="002E65"/>
                </a:solidFill>
                <a:latin typeface="Calibri" panose="020F0502020204030204" pitchFamily="34" charset="0"/>
                <a:ea typeface="Calibri" panose="020F0502020204030204" pitchFamily="34" charset="0"/>
                <a:cs typeface="Times New Roman" panose="02020603050405020304" pitchFamily="18" charset="0"/>
              </a:rPr>
              <a:t>Interesse heeft een positief effect op resultaat voor statistiek maar enkel in de steekproef </a:t>
            </a:r>
            <a:r>
              <a:rPr lang="nl-NL" sz="1600" dirty="0">
                <a:latin typeface="Calibri" panose="020F0502020204030204" pitchFamily="34" charset="0"/>
                <a:ea typeface="Calibri" panose="020F0502020204030204" pitchFamily="34" charset="0"/>
                <a:cs typeface="Times New Roman" panose="02020603050405020304" pitchFamily="18" charset="0"/>
              </a:rPr>
              <a:t>(b = 0.080726)</a:t>
            </a:r>
            <a:r>
              <a:rPr lang="nl-NL" sz="1600" dirty="0">
                <a:solidFill>
                  <a:srgbClr val="002E65"/>
                </a:solidFill>
                <a:latin typeface="Calibri" panose="020F0502020204030204" pitchFamily="34" charset="0"/>
                <a:ea typeface="Calibri" panose="020F0502020204030204" pitchFamily="34" charset="0"/>
                <a:cs typeface="Times New Roman" panose="02020603050405020304" pitchFamily="18" charset="0"/>
              </a:rPr>
              <a:t>. Er is onvoldoende evidentie om te stellen dat er in de populatie een effect zou zijn van interesse op resultaat voor statistiek in de populatie </a:t>
            </a:r>
            <a:r>
              <a:rPr lang="nl-NL" sz="1600" dirty="0">
                <a:latin typeface="Calibri" panose="020F0502020204030204" pitchFamily="34" charset="0"/>
                <a:ea typeface="Calibri" panose="020F0502020204030204" pitchFamily="34" charset="0"/>
                <a:cs typeface="Times New Roman" panose="02020603050405020304" pitchFamily="18" charset="0"/>
              </a:rPr>
              <a:t>(t = 0.056, p &gt; 0.05)</a:t>
            </a:r>
            <a:r>
              <a:rPr kumimoji="0" lang="nl-NL"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nl-BE"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0" fontAlgn="base" latinLnBrk="0" hangingPunct="0">
              <a:lnSpc>
                <a:spcPct val="115000"/>
              </a:lnSpc>
              <a:spcBef>
                <a:spcPct val="0"/>
              </a:spcBef>
              <a:spcAft>
                <a:spcPts val="0"/>
              </a:spcAft>
              <a:buClrTx/>
              <a:buSzTx/>
              <a:buFont typeface="Courier New" panose="02070309020205020404" pitchFamily="49" charset="0"/>
              <a:buChar char="o"/>
              <a:tabLst/>
              <a:defRPr/>
            </a:pPr>
            <a:r>
              <a:rPr kumimoji="0" lang="nl-NL"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1 eenheid hoger scoren voor interesse leidt tot 0.08 punten hoger scoren voor resultaat van statistiek in de steekproef ongeacht de score voor autonome </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motivatie.</a:t>
            </a:r>
          </a:p>
        </p:txBody>
      </p:sp>
      <p:sp>
        <p:nvSpPr>
          <p:cNvPr id="10" name="Tekstvak 9">
            <a:extLst>
              <a:ext uri="{FF2B5EF4-FFF2-40B4-BE49-F238E27FC236}">
                <a16:creationId xmlns:a16="http://schemas.microsoft.com/office/drawing/2014/main" id="{C89B9418-2A05-C613-3D1F-83205D1C21AE}"/>
              </a:ext>
            </a:extLst>
          </p:cNvPr>
          <p:cNvSpPr txBox="1"/>
          <p:nvPr/>
        </p:nvSpPr>
        <p:spPr>
          <a:xfrm>
            <a:off x="525307" y="1396535"/>
            <a:ext cx="6096000" cy="369332"/>
          </a:xfrm>
          <a:prstGeom prst="rect">
            <a:avLst/>
          </a:prstGeom>
          <a:noFill/>
        </p:spPr>
        <p:txBody>
          <a:bodyPr wrap="square">
            <a:spAutoFit/>
          </a:bodyPr>
          <a:lstStyle/>
          <a:p>
            <a:r>
              <a:rPr lang="nl-BE" b="1" dirty="0">
                <a:latin typeface="Gotham" panose="02000603040000020004" pitchFamily="2" charset="0"/>
                <a:ea typeface="Verdana" panose="020B0604030504040204" pitchFamily="34" charset="0"/>
              </a:rPr>
              <a:t>Rapportage</a:t>
            </a:r>
            <a:endParaRPr lang="nl-BE" b="1" dirty="0"/>
          </a:p>
        </p:txBody>
      </p:sp>
    </p:spTree>
    <p:extLst>
      <p:ext uri="{BB962C8B-B14F-4D97-AF65-F5344CB8AC3E}">
        <p14:creationId xmlns:p14="http://schemas.microsoft.com/office/powerpoint/2010/main" val="2139146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a:xfrm>
            <a:off x="623887" y="341313"/>
            <a:ext cx="10944226" cy="791794"/>
          </a:xfrm>
        </p:spPr>
        <p:txBody>
          <a:bodyPr/>
          <a:lstStyle/>
          <a:p>
            <a:pPr algn="r"/>
            <a:r>
              <a:rPr lang="nl-BE" dirty="0"/>
              <a:t> Voorspellen!</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28</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a:xfrm>
            <a:off x="722467" y="442931"/>
            <a:ext cx="10944226" cy="4660279"/>
          </a:xfrm>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Model2 &lt;- lm(Resultaat ~ Autonome_mot + Interesse,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summary(Model2)</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 Interesse,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-3.3432 -0.7286  0.0589  0.7828  3.3998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a:t>
            </a:r>
            <a:r>
              <a:rPr lang="nl-BE" sz="1200" dirty="0">
                <a:solidFill>
                  <a:srgbClr val="00B050"/>
                </a:solidFill>
                <a:latin typeface="Courier New" panose="02070309020205020404" pitchFamily="49" charset="0"/>
                <a:cs typeface="Courier New" panose="02070309020205020404" pitchFamily="49" charset="0"/>
              </a:rPr>
              <a:t>2.335852</a:t>
            </a:r>
            <a:r>
              <a:rPr lang="nl-BE" sz="1200" b="0" dirty="0">
                <a:latin typeface="Courier New" panose="02070309020205020404" pitchFamily="49" charset="0"/>
                <a:cs typeface="Courier New" panose="02070309020205020404" pitchFamily="49" charset="0"/>
              </a:rPr>
              <a:t>   0.776402   3.009  </a:t>
            </a:r>
            <a:r>
              <a:rPr lang="nl-BE" sz="1200" dirty="0">
                <a:solidFill>
                  <a:srgbClr val="00B050"/>
                </a:solidFill>
                <a:latin typeface="Courier New" panose="02070309020205020404" pitchFamily="49" charset="0"/>
                <a:cs typeface="Courier New" panose="02070309020205020404" pitchFamily="49" charset="0"/>
              </a:rPr>
              <a:t>0.00281 **</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Autonome_mot </a:t>
            </a:r>
            <a:r>
              <a:rPr lang="nl-BE" sz="1200" dirty="0">
                <a:solidFill>
                  <a:srgbClr val="00B050"/>
                </a:solidFill>
                <a:latin typeface="Courier New" panose="02070309020205020404" pitchFamily="49" charset="0"/>
                <a:cs typeface="Courier New" panose="02070309020205020404" pitchFamily="49" charset="0"/>
              </a:rPr>
              <a:t>0.144651</a:t>
            </a:r>
            <a:r>
              <a:rPr lang="nl-BE" sz="1200" b="0" dirty="0">
                <a:latin typeface="Courier New" panose="02070309020205020404" pitchFamily="49" charset="0"/>
                <a:cs typeface="Courier New" panose="02070309020205020404" pitchFamily="49" charset="0"/>
              </a:rPr>
              <a:t>   0.005164  28.013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Interesse    </a:t>
            </a:r>
            <a:r>
              <a:rPr lang="nl-BE" sz="1200" dirty="0">
                <a:solidFill>
                  <a:srgbClr val="00B050"/>
                </a:solidFill>
                <a:latin typeface="Courier New" panose="02070309020205020404" pitchFamily="49" charset="0"/>
                <a:cs typeface="Courier New" panose="02070309020205020404" pitchFamily="49" charset="0"/>
              </a:rPr>
              <a:t>0.080726</a:t>
            </a:r>
            <a:r>
              <a:rPr lang="nl-BE" sz="1200" b="0" dirty="0">
                <a:latin typeface="Courier New" panose="02070309020205020404" pitchFamily="49" charset="0"/>
                <a:cs typeface="Courier New" panose="02070309020205020404" pitchFamily="49" charset="0"/>
              </a:rPr>
              <a:t>   0.013026   0.056  </a:t>
            </a:r>
            <a:r>
              <a:rPr lang="nl-BE" sz="1200" dirty="0">
                <a:solidFill>
                  <a:srgbClr val="00B050"/>
                </a:solidFill>
                <a:latin typeface="Courier New" panose="02070309020205020404" pitchFamily="49" charset="0"/>
                <a:cs typeface="Courier New" panose="02070309020205020404" pitchFamily="49" charset="0"/>
              </a:rPr>
              <a:t>0.95558</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p:txBody>
      </p:sp>
      <p:sp>
        <p:nvSpPr>
          <p:cNvPr id="6" name="Tijdelijke aanduiding voor inhoud 2">
            <a:extLst>
              <a:ext uri="{FF2B5EF4-FFF2-40B4-BE49-F238E27FC236}">
                <a16:creationId xmlns:a16="http://schemas.microsoft.com/office/drawing/2014/main" id="{E2EA87F9-3BF9-4247-BA57-723820BB9216}"/>
              </a:ext>
            </a:extLst>
          </p:cNvPr>
          <p:cNvSpPr txBox="1">
            <a:spLocks/>
          </p:cNvSpPr>
          <p:nvPr/>
        </p:nvSpPr>
        <p:spPr bwMode="auto">
          <a:xfrm>
            <a:off x="623887" y="4422108"/>
            <a:ext cx="10763441" cy="1367789"/>
          </a:xfrm>
          <a:prstGeom prst="rect">
            <a:avLst/>
          </a:prstGeom>
          <a:solidFill>
            <a:schemeClr val="bg2"/>
          </a:solidFill>
          <a:ln w="9525">
            <a:noFill/>
            <a:miter lim="800000"/>
            <a:headEnd/>
            <a:tailEnd/>
          </a:ln>
        </p:spPr>
        <p:txBody>
          <a:bodyPr lIns="126000" tIns="180000" rIns="180000" bIns="180000" anchor="ctr"/>
          <a:lstStyle>
            <a:lvl1pPr marL="342900" indent="-342900" eaLnBrk="0" hangingPunct="0">
              <a:defRPr sz="2400" baseline="-250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baseline="-250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baseline="-250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baseline="-250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baseline="-25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9pPr>
          </a:lstStyle>
          <a:p>
            <a:pPr marL="0" indent="0">
              <a:spcBef>
                <a:spcPct val="20000"/>
              </a:spcBef>
            </a:pPr>
            <a:r>
              <a:rPr lang="nl-BE" altLang="nl-BE" sz="1800" u="sng" baseline="0" dirty="0">
                <a:solidFill>
                  <a:srgbClr val="C00000"/>
                </a:solidFill>
                <a:latin typeface="Verdana" panose="020B0604030504040204" pitchFamily="34" charset="0"/>
              </a:rPr>
              <a:t>Voorspelde score</a:t>
            </a:r>
            <a:r>
              <a:rPr lang="nl-BE" altLang="nl-BE" sz="1800" baseline="0" dirty="0">
                <a:solidFill>
                  <a:srgbClr val="C00000"/>
                </a:solidFill>
                <a:latin typeface="Verdana" panose="020B0604030504040204" pitchFamily="34" charset="0"/>
              </a:rPr>
              <a:t> voor iemand die 4 punten hoger scoort op ‘Autonome_mot’ en 6 punten hoger scoort op ‘Interesse’:</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steekproef</a:t>
            </a:r>
            <a:r>
              <a:rPr lang="nl-BE" altLang="nl-BE" sz="1800" baseline="0" dirty="0">
                <a:solidFill>
                  <a:srgbClr val="C00000"/>
                </a:solidFill>
                <a:latin typeface="Verdana" panose="020B0604030504040204" pitchFamily="34" charset="0"/>
              </a:rPr>
              <a:t>?</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populatie</a:t>
            </a:r>
            <a:r>
              <a:rPr lang="nl-BE" altLang="nl-BE" sz="1800" baseline="0" dirty="0">
                <a:solidFill>
                  <a:srgbClr val="C00000"/>
                </a:solidFill>
                <a:latin typeface="Verdana" panose="020B0604030504040204" pitchFamily="34" charset="0"/>
              </a:rPr>
              <a:t>?</a:t>
            </a:r>
          </a:p>
        </p:txBody>
      </p:sp>
      <mc:AlternateContent xmlns:mc="http://schemas.openxmlformats.org/markup-compatibility/2006" xmlns:a14="http://schemas.microsoft.com/office/drawing/2010/main">
        <mc:Choice Requires="a14">
          <p:sp>
            <p:nvSpPr>
              <p:cNvPr id="5" name="Tekstvak 4"/>
              <p:cNvSpPr txBox="1"/>
              <p:nvPr/>
            </p:nvSpPr>
            <p:spPr>
              <a:xfrm>
                <a:off x="430366" y="5957869"/>
                <a:ext cx="10212234" cy="914400"/>
              </a:xfrm>
              <a:prstGeom prst="rect">
                <a:avLst/>
              </a:prstGeom>
              <a:solidFill>
                <a:schemeClr val="bg1"/>
              </a:solidFill>
            </p:spPr>
            <p:txBody>
              <a:bodyPr wrap="none" lIns="0" tIns="0" rIns="0" bIns="0" rtlCol="0">
                <a:noAutofit/>
              </a:bodyPr>
              <a:lstStyle/>
              <a:p>
                <a:pPr algn="l"/>
                <a14:m>
                  <m:oMathPara xmlns:m="http://schemas.openxmlformats.org/officeDocument/2006/math">
                    <m:oMathParaPr>
                      <m:jc m:val="center"/>
                    </m:oMathParaPr>
                    <m:oMath xmlns:m="http://schemas.openxmlformats.org/officeDocument/2006/math">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𝐬𝐭𝐞𝐞𝐤𝐩𝐫𝐨𝐞𝐟</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𝟎𝟖</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14:m>
                  <m:oMathPara xmlns:m="http://schemas.openxmlformats.org/officeDocument/2006/math">
                    <m:oMathParaPr>
                      <m:jc m:val="center"/>
                    </m:oMathParaPr>
                    <m:oMath xmlns:m="http://schemas.openxmlformats.org/officeDocument/2006/math">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𝐩𝐨𝐩𝐮𝐥𝐚𝐭𝐢𝐞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lgn="l"/>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p:txBody>
          </p:sp>
        </mc:Choice>
        <mc:Fallback xmlns="">
          <p:sp>
            <p:nvSpPr>
              <p:cNvPr id="5" name="Tekstvak 4"/>
              <p:cNvSpPr txBox="1">
                <a:spLocks noRot="1" noChangeAspect="1" noMove="1" noResize="1" noEditPoints="1" noAdjustHandles="1" noChangeArrowheads="1" noChangeShapeType="1" noTextEdit="1"/>
              </p:cNvSpPr>
              <p:nvPr/>
            </p:nvSpPr>
            <p:spPr>
              <a:xfrm>
                <a:off x="430366" y="5957869"/>
                <a:ext cx="10212234" cy="914400"/>
              </a:xfrm>
              <a:prstGeom prst="rect">
                <a:avLst/>
              </a:prstGeom>
              <a:blipFill>
                <a:blip r:embed="rId3"/>
                <a:stretch>
                  <a:fillRect t="-667"/>
                </a:stretch>
              </a:blipFill>
            </p:spPr>
            <p:txBody>
              <a:bodyPr/>
              <a:lstStyle/>
              <a:p>
                <a:r>
                  <a:rPr lang="nl-BE">
                    <a:noFill/>
                  </a:rPr>
                  <a:t> </a:t>
                </a:r>
              </a:p>
            </p:txBody>
          </p:sp>
        </mc:Fallback>
      </mc:AlternateContent>
    </p:spTree>
    <p:extLst>
      <p:ext uri="{BB962C8B-B14F-4D97-AF65-F5344CB8AC3E}">
        <p14:creationId xmlns:p14="http://schemas.microsoft.com/office/powerpoint/2010/main" val="209238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0D026-6A55-A559-871E-883F15524C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5BA355-9490-3E01-0E64-FA65F461CAE6}"/>
              </a:ext>
            </a:extLst>
          </p:cNvPr>
          <p:cNvSpPr>
            <a:spLocks noGrp="1"/>
          </p:cNvSpPr>
          <p:nvPr>
            <p:ph type="title"/>
          </p:nvPr>
        </p:nvSpPr>
        <p:spPr>
          <a:xfrm>
            <a:off x="623887" y="341313"/>
            <a:ext cx="10944226" cy="791794"/>
          </a:xfrm>
        </p:spPr>
        <p:txBody>
          <a:bodyPr/>
          <a:lstStyle/>
          <a:p>
            <a:pPr algn="r"/>
            <a:r>
              <a:rPr lang="nl-BE" dirty="0"/>
              <a:t> Voorspellen!</a:t>
            </a:r>
          </a:p>
        </p:txBody>
      </p:sp>
      <p:sp>
        <p:nvSpPr>
          <p:cNvPr id="3" name="Tijdelijke aanduiding voor dianummer 2">
            <a:extLst>
              <a:ext uri="{FF2B5EF4-FFF2-40B4-BE49-F238E27FC236}">
                <a16:creationId xmlns:a16="http://schemas.microsoft.com/office/drawing/2014/main" id="{02239A88-C759-51C7-884F-796886C51D72}"/>
              </a:ext>
            </a:extLst>
          </p:cNvPr>
          <p:cNvSpPr>
            <a:spLocks noGrp="1"/>
          </p:cNvSpPr>
          <p:nvPr>
            <p:ph type="sldNum" sz="quarter" idx="10"/>
          </p:nvPr>
        </p:nvSpPr>
        <p:spPr/>
        <p:txBody>
          <a:bodyPr/>
          <a:lstStyle/>
          <a:p>
            <a:fld id="{E038E271-308C-2E46-A3EC-56326F9084CC}" type="slidenum">
              <a:rPr lang="nl-BE" smtClean="0"/>
              <a:pPr/>
              <a:t>29</a:t>
            </a:fld>
            <a:endParaRPr lang="nl-BE" dirty="0"/>
          </a:p>
        </p:txBody>
      </p:sp>
      <p:sp>
        <p:nvSpPr>
          <p:cNvPr id="4" name="Tijdelijke aanduiding voor inhoud 3">
            <a:extLst>
              <a:ext uri="{FF2B5EF4-FFF2-40B4-BE49-F238E27FC236}">
                <a16:creationId xmlns:a16="http://schemas.microsoft.com/office/drawing/2014/main" id="{072B14FC-427B-37C6-9A26-DAB2359D3D7D}"/>
              </a:ext>
            </a:extLst>
          </p:cNvPr>
          <p:cNvSpPr>
            <a:spLocks noGrp="1"/>
          </p:cNvSpPr>
          <p:nvPr>
            <p:ph idx="1"/>
          </p:nvPr>
        </p:nvSpPr>
        <p:spPr>
          <a:xfrm>
            <a:off x="722467" y="442931"/>
            <a:ext cx="10944226" cy="4660279"/>
          </a:xfrm>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Model2 &lt;- lm(Resultaat ~ Autonome_mot + Interesse,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summary(Model2)</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 Interesse,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-3.3432 -0.7286  0.0589  0.7828  3.3998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a:t>
            </a:r>
            <a:r>
              <a:rPr lang="nl-BE" sz="1200" dirty="0">
                <a:solidFill>
                  <a:srgbClr val="00B050"/>
                </a:solidFill>
                <a:latin typeface="Courier New" panose="02070309020205020404" pitchFamily="49" charset="0"/>
                <a:cs typeface="Courier New" panose="02070309020205020404" pitchFamily="49" charset="0"/>
              </a:rPr>
              <a:t>2.335852</a:t>
            </a:r>
            <a:r>
              <a:rPr lang="nl-BE" sz="1200" b="0" dirty="0">
                <a:latin typeface="Courier New" panose="02070309020205020404" pitchFamily="49" charset="0"/>
                <a:cs typeface="Courier New" panose="02070309020205020404" pitchFamily="49" charset="0"/>
              </a:rPr>
              <a:t>   0.776402   3.009  </a:t>
            </a:r>
            <a:r>
              <a:rPr lang="nl-BE" sz="1200" dirty="0">
                <a:solidFill>
                  <a:srgbClr val="00B050"/>
                </a:solidFill>
                <a:latin typeface="Courier New" panose="02070309020205020404" pitchFamily="49" charset="0"/>
                <a:cs typeface="Courier New" panose="02070309020205020404" pitchFamily="49" charset="0"/>
              </a:rPr>
              <a:t>0.00281 **</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Autonome_mot </a:t>
            </a:r>
            <a:r>
              <a:rPr lang="nl-BE" sz="1200" dirty="0">
                <a:solidFill>
                  <a:srgbClr val="00B050"/>
                </a:solidFill>
                <a:latin typeface="Courier New" panose="02070309020205020404" pitchFamily="49" charset="0"/>
                <a:cs typeface="Courier New" panose="02070309020205020404" pitchFamily="49" charset="0"/>
              </a:rPr>
              <a:t>0.144651</a:t>
            </a:r>
            <a:r>
              <a:rPr lang="nl-BE" sz="1200" b="0" dirty="0">
                <a:latin typeface="Courier New" panose="02070309020205020404" pitchFamily="49" charset="0"/>
                <a:cs typeface="Courier New" panose="02070309020205020404" pitchFamily="49" charset="0"/>
              </a:rPr>
              <a:t>   0.005164  28.013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Interesse    </a:t>
            </a:r>
            <a:r>
              <a:rPr lang="nl-BE" sz="1200" dirty="0">
                <a:solidFill>
                  <a:srgbClr val="00B050"/>
                </a:solidFill>
                <a:latin typeface="Courier New" panose="02070309020205020404" pitchFamily="49" charset="0"/>
                <a:cs typeface="Courier New" panose="02070309020205020404" pitchFamily="49" charset="0"/>
              </a:rPr>
              <a:t>0.080726</a:t>
            </a:r>
            <a:r>
              <a:rPr lang="nl-BE" sz="1200" b="0" dirty="0">
                <a:latin typeface="Courier New" panose="02070309020205020404" pitchFamily="49" charset="0"/>
                <a:cs typeface="Courier New" panose="02070309020205020404" pitchFamily="49" charset="0"/>
              </a:rPr>
              <a:t>   0.013026   0.056  </a:t>
            </a:r>
            <a:r>
              <a:rPr lang="nl-BE" sz="1200" dirty="0">
                <a:solidFill>
                  <a:srgbClr val="00B050"/>
                </a:solidFill>
                <a:latin typeface="Courier New" panose="02070309020205020404" pitchFamily="49" charset="0"/>
                <a:cs typeface="Courier New" panose="02070309020205020404" pitchFamily="49" charset="0"/>
              </a:rPr>
              <a:t>0.95558</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p:txBody>
      </p:sp>
      <p:sp>
        <p:nvSpPr>
          <p:cNvPr id="6" name="Tijdelijke aanduiding voor inhoud 2">
            <a:extLst>
              <a:ext uri="{FF2B5EF4-FFF2-40B4-BE49-F238E27FC236}">
                <a16:creationId xmlns:a16="http://schemas.microsoft.com/office/drawing/2014/main" id="{D52B51AB-E974-D2F9-C7F3-26D2704B81EE}"/>
              </a:ext>
            </a:extLst>
          </p:cNvPr>
          <p:cNvSpPr txBox="1">
            <a:spLocks/>
          </p:cNvSpPr>
          <p:nvPr/>
        </p:nvSpPr>
        <p:spPr bwMode="auto">
          <a:xfrm>
            <a:off x="623887" y="4422108"/>
            <a:ext cx="10763441" cy="1367789"/>
          </a:xfrm>
          <a:prstGeom prst="rect">
            <a:avLst/>
          </a:prstGeom>
          <a:solidFill>
            <a:schemeClr val="bg2"/>
          </a:solidFill>
          <a:ln w="9525">
            <a:noFill/>
            <a:miter lim="800000"/>
            <a:headEnd/>
            <a:tailEnd/>
          </a:ln>
        </p:spPr>
        <p:txBody>
          <a:bodyPr lIns="126000" tIns="180000" rIns="180000" bIns="180000" anchor="ctr"/>
          <a:lstStyle>
            <a:lvl1pPr marL="342900" indent="-342900" eaLnBrk="0" hangingPunct="0">
              <a:defRPr sz="2400" baseline="-250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baseline="-250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baseline="-250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baseline="-250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baseline="-25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9pPr>
          </a:lstStyle>
          <a:p>
            <a:pPr marL="0" indent="0">
              <a:spcBef>
                <a:spcPct val="20000"/>
              </a:spcBef>
            </a:pPr>
            <a:r>
              <a:rPr lang="nl-BE" altLang="nl-BE" sz="1800" u="sng" baseline="0" dirty="0">
                <a:solidFill>
                  <a:srgbClr val="C00000"/>
                </a:solidFill>
                <a:latin typeface="Verdana" panose="020B0604030504040204" pitchFamily="34" charset="0"/>
              </a:rPr>
              <a:t>Voorspelde score</a:t>
            </a:r>
            <a:r>
              <a:rPr lang="nl-BE" altLang="nl-BE" sz="1800" baseline="0" dirty="0">
                <a:solidFill>
                  <a:srgbClr val="C00000"/>
                </a:solidFill>
                <a:latin typeface="Verdana" panose="020B0604030504040204" pitchFamily="34" charset="0"/>
              </a:rPr>
              <a:t> voor iemand die 4 punten hoger scoort op ‘Autonome_mot’ en 6 punten hoger scoort op ‘Interesse’:</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steekproef</a:t>
            </a:r>
            <a:r>
              <a:rPr lang="nl-BE" altLang="nl-BE" sz="1800" baseline="0" dirty="0">
                <a:solidFill>
                  <a:srgbClr val="C00000"/>
                </a:solidFill>
                <a:latin typeface="Verdana" panose="020B0604030504040204" pitchFamily="34" charset="0"/>
              </a:rPr>
              <a:t>? 2.34 + 0.14*4 + 0.08*6 = 3.38</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populatie</a:t>
            </a:r>
            <a:r>
              <a:rPr lang="nl-BE" altLang="nl-BE" sz="1800" baseline="0" dirty="0">
                <a:solidFill>
                  <a:srgbClr val="C00000"/>
                </a:solidFill>
                <a:latin typeface="Verdana" panose="020B0604030504040204" pitchFamily="34" charset="0"/>
              </a:rPr>
              <a:t>? 2.34 + 0.14*4 + 0*6 = 2.90</a:t>
            </a:r>
          </a:p>
        </p:txBody>
      </p:sp>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0E3FE657-AF05-E226-E0F9-490EF4228A3D}"/>
                  </a:ext>
                </a:extLst>
              </p:cNvPr>
              <p:cNvSpPr txBox="1"/>
              <p:nvPr/>
            </p:nvSpPr>
            <p:spPr>
              <a:xfrm>
                <a:off x="430366" y="5957869"/>
                <a:ext cx="10212234" cy="914400"/>
              </a:xfrm>
              <a:prstGeom prst="rect">
                <a:avLst/>
              </a:prstGeom>
              <a:solidFill>
                <a:schemeClr val="bg1"/>
              </a:solidFill>
            </p:spPr>
            <p:txBody>
              <a:bodyPr wrap="none" lIns="0" tIns="0" rIns="0" bIns="0" rtlCol="0">
                <a:noAutofit/>
              </a:bodyPr>
              <a:lstStyle/>
              <a:p>
                <a:pPr algn="l"/>
                <a14:m>
                  <m:oMathPara xmlns:m="http://schemas.openxmlformats.org/officeDocument/2006/math">
                    <m:oMathParaPr>
                      <m:jc m:val="center"/>
                    </m:oMathParaPr>
                    <m:oMath xmlns:m="http://schemas.openxmlformats.org/officeDocument/2006/math">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𝐬𝐭𝐞𝐞𝐤𝐩𝐫𝐨𝐞𝐟</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𝟎𝟖</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14:m>
                  <m:oMathPara xmlns:m="http://schemas.openxmlformats.org/officeDocument/2006/math">
                    <m:oMathParaPr>
                      <m:jc m:val="center"/>
                    </m:oMathParaPr>
                    <m:oMath xmlns:m="http://schemas.openxmlformats.org/officeDocument/2006/math">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𝐩𝐨𝐩𝐮𝐥𝐚𝐭𝐢𝐞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lgn="l"/>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p:txBody>
          </p:sp>
        </mc:Choice>
        <mc:Fallback xmlns="">
          <p:sp>
            <p:nvSpPr>
              <p:cNvPr id="5" name="Tekstvak 4">
                <a:extLst>
                  <a:ext uri="{FF2B5EF4-FFF2-40B4-BE49-F238E27FC236}">
                    <a16:creationId xmlns:a16="http://schemas.microsoft.com/office/drawing/2014/main" id="{0E3FE657-AF05-E226-E0F9-490EF4228A3D}"/>
                  </a:ext>
                </a:extLst>
              </p:cNvPr>
              <p:cNvSpPr txBox="1">
                <a:spLocks noRot="1" noChangeAspect="1" noMove="1" noResize="1" noEditPoints="1" noAdjustHandles="1" noChangeArrowheads="1" noChangeShapeType="1" noTextEdit="1"/>
              </p:cNvSpPr>
              <p:nvPr/>
            </p:nvSpPr>
            <p:spPr>
              <a:xfrm>
                <a:off x="430366" y="5957869"/>
                <a:ext cx="10212234" cy="914400"/>
              </a:xfrm>
              <a:prstGeom prst="rect">
                <a:avLst/>
              </a:prstGeom>
              <a:blipFill>
                <a:blip r:embed="rId3"/>
                <a:stretch>
                  <a:fillRect t="-667"/>
                </a:stretch>
              </a:blipFill>
            </p:spPr>
            <p:txBody>
              <a:bodyPr/>
              <a:lstStyle/>
              <a:p>
                <a:r>
                  <a:rPr lang="nl-BE">
                    <a:noFill/>
                  </a:rPr>
                  <a:t> </a:t>
                </a:r>
              </a:p>
            </p:txBody>
          </p:sp>
        </mc:Fallback>
      </mc:AlternateContent>
    </p:spTree>
    <p:extLst>
      <p:ext uri="{BB962C8B-B14F-4D97-AF65-F5344CB8AC3E}">
        <p14:creationId xmlns:p14="http://schemas.microsoft.com/office/powerpoint/2010/main" val="2798995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4F4815-5415-834A-A50B-D80C07BA3E91}"/>
              </a:ext>
            </a:extLst>
          </p:cNvPr>
          <p:cNvSpPr>
            <a:spLocks noGrp="1"/>
          </p:cNvSpPr>
          <p:nvPr>
            <p:ph type="title"/>
          </p:nvPr>
        </p:nvSpPr>
        <p:spPr/>
        <p:txBody>
          <a:bodyPr/>
          <a:lstStyle/>
          <a:p>
            <a:r>
              <a:rPr lang="nl-BE" dirty="0"/>
              <a:t>Meervoudige regressie – extra assumptie</a:t>
            </a:r>
          </a:p>
        </p:txBody>
      </p:sp>
      <p:sp>
        <p:nvSpPr>
          <p:cNvPr id="3" name="Tijdelijke aanduiding voor dianummer 2">
            <a:extLst>
              <a:ext uri="{FF2B5EF4-FFF2-40B4-BE49-F238E27FC236}">
                <a16:creationId xmlns:a16="http://schemas.microsoft.com/office/drawing/2014/main" id="{8E3C6378-2791-EA48-8B6C-87E7FC23DFC8}"/>
              </a:ext>
            </a:extLst>
          </p:cNvPr>
          <p:cNvSpPr>
            <a:spLocks noGrp="1"/>
          </p:cNvSpPr>
          <p:nvPr>
            <p:ph type="sldNum" sz="quarter" idx="10"/>
          </p:nvPr>
        </p:nvSpPr>
        <p:spPr/>
        <p:txBody>
          <a:bodyPr/>
          <a:lstStyle/>
          <a:p>
            <a:fld id="{E038E271-308C-2E46-A3EC-56326F9084CC}" type="slidenum">
              <a:rPr lang="nl-BE" smtClean="0"/>
              <a:pPr/>
              <a:t>30</a:t>
            </a:fld>
            <a:endParaRPr lang="nl-BE" dirty="0"/>
          </a:p>
        </p:txBody>
      </p:sp>
      <mc:AlternateContent xmlns:mc="http://schemas.openxmlformats.org/markup-compatibility/2006" xmlns:a14="http://schemas.microsoft.com/office/drawing/2010/main">
        <mc:Choice Requires="a14">
          <p:sp>
            <p:nvSpPr>
              <p:cNvPr id="4" name="Tijdelijke aanduiding voor inhoud 3">
                <a:extLst>
                  <a:ext uri="{FF2B5EF4-FFF2-40B4-BE49-F238E27FC236}">
                    <a16:creationId xmlns:a16="http://schemas.microsoft.com/office/drawing/2014/main" id="{149D6EBF-AB4B-2E49-B3F7-263053155EB6}"/>
                  </a:ext>
                </a:extLst>
              </p:cNvPr>
              <p:cNvSpPr>
                <a:spLocks noGrp="1"/>
              </p:cNvSpPr>
              <p:nvPr>
                <p:ph idx="1"/>
              </p:nvPr>
            </p:nvSpPr>
            <p:spPr/>
            <p:txBody>
              <a:bodyPr/>
              <a:lstStyle/>
              <a:p>
                <a:r>
                  <a:rPr lang="nl-BE" altLang="nl-BE" kern="0" dirty="0"/>
                  <a:t>Geen (Multi)collineariteit: </a:t>
                </a:r>
              </a:p>
              <a:p>
                <a:pPr lvl="1"/>
                <a:r>
                  <a:rPr lang="nl-BE" altLang="nl-BE" kern="0" dirty="0"/>
                  <a:t>Geen te sterke samenhang tussen onafhankelijke variabelen </a:t>
                </a:r>
              </a:p>
              <a:p>
                <a:pPr lvl="1"/>
                <a:endParaRPr lang="nl-BE" altLang="nl-BE" kern="0" dirty="0"/>
              </a:p>
              <a:p>
                <a:pPr>
                  <a:lnSpc>
                    <a:spcPct val="90000"/>
                  </a:lnSpc>
                </a:pPr>
                <a:r>
                  <a:rPr lang="nl-BE" altLang="nl-BE" sz="2400" dirty="0"/>
                  <a:t>REDEN: betrouwbaarheid schattingen regressiecoëfficiënten en significantietoetsen</a:t>
                </a:r>
                <a:endParaRPr lang="nl-BE" altLang="nl-BE" sz="2000" dirty="0"/>
              </a:p>
              <a:p>
                <a:pPr lvl="1">
                  <a:lnSpc>
                    <a:spcPct val="90000"/>
                  </a:lnSpc>
                  <a:buFont typeface="Symbol" panose="05050102010706020507" pitchFamily="18" charset="2"/>
                  <a:buChar char="Þ"/>
                </a:pPr>
                <a:r>
                  <a:rPr lang="nl-BE" altLang="nl-BE" sz="2000" dirty="0"/>
                  <a:t>Oplossing: </a:t>
                </a:r>
                <a:r>
                  <a:rPr lang="nl-BE" altLang="nl-BE" sz="2000" dirty="0">
                    <a:solidFill>
                      <a:srgbClr val="7C0502"/>
                    </a:solidFill>
                  </a:rPr>
                  <a:t>VIF (Variance Inflation Factor)</a:t>
                </a:r>
              </a:p>
              <a:p>
                <a:pPr lvl="1">
                  <a:lnSpc>
                    <a:spcPct val="90000"/>
                  </a:lnSpc>
                  <a:buFont typeface="Symbol" panose="05050102010706020507" pitchFamily="18" charset="2"/>
                  <a:buChar char="Þ"/>
                </a:pPr>
                <a14:m>
                  <m:oMath xmlns:m="http://schemas.openxmlformats.org/officeDocument/2006/math">
                    <m:rad>
                      <m:radPr>
                        <m:degHide m:val="on"/>
                        <m:ctrlPr>
                          <a:rPr lang="nl-BE" altLang="nl-BE" sz="2000" i="1" smtClean="0">
                            <a:solidFill>
                              <a:schemeClr val="tx1"/>
                            </a:solidFill>
                            <a:latin typeface="Cambria Math" panose="02040503050406030204" pitchFamily="18" charset="0"/>
                          </a:rPr>
                        </m:ctrlPr>
                      </m:radPr>
                      <m:deg/>
                      <m:e>
                        <m:r>
                          <a:rPr lang="nl-BE" altLang="nl-BE" sz="2000" b="0" i="1" smtClean="0">
                            <a:solidFill>
                              <a:schemeClr val="tx1"/>
                            </a:solidFill>
                            <a:latin typeface="Cambria Math" panose="02040503050406030204" pitchFamily="18" charset="0"/>
                          </a:rPr>
                          <m:t>𝑉𝐼𝐹</m:t>
                        </m:r>
                      </m:e>
                    </m:rad>
                  </m:oMath>
                </a14:m>
                <a:r>
                  <a:rPr lang="nl-BE" altLang="nl-BE" sz="2000" dirty="0">
                    <a:solidFill>
                      <a:schemeClr val="tx1"/>
                    </a:solidFill>
                  </a:rPr>
                  <a:t>: hoeveel keer groter de standaardfout voor de schatting van de hellingsgraad is</a:t>
                </a:r>
                <a:br>
                  <a:rPr lang="nl-BE" altLang="nl-BE" sz="2000" dirty="0">
                    <a:solidFill>
                      <a:schemeClr val="tx1"/>
                    </a:solidFill>
                  </a:rPr>
                </a:br>
                <a:r>
                  <a:rPr lang="nl-BE" altLang="nl-BE" sz="2000" dirty="0">
                    <a:solidFill>
                      <a:schemeClr val="tx1"/>
                    </a:solidFill>
                  </a:rPr>
                  <a:t>             indien er geen correlatie is met de andere onafh</a:t>
                </a:r>
                <a:r>
                  <a:rPr lang="nl-BE" altLang="nl-BE" sz="2000" dirty="0"/>
                  <a:t>ankelijke</a:t>
                </a:r>
                <a:r>
                  <a:rPr lang="nl-BE" altLang="nl-BE" sz="2000" dirty="0">
                    <a:solidFill>
                      <a:schemeClr val="tx1"/>
                    </a:solidFill>
                  </a:rPr>
                  <a:t> variabelen</a:t>
                </a:r>
              </a:p>
              <a:p>
                <a:pPr lvl="1">
                  <a:lnSpc>
                    <a:spcPct val="90000"/>
                  </a:lnSpc>
                  <a:buFont typeface="Symbol" panose="05050102010706020507" pitchFamily="18" charset="2"/>
                  <a:buChar char="Þ"/>
                </a:pPr>
                <a:r>
                  <a:rPr lang="nl-BE" altLang="nl-BE" sz="2000" dirty="0"/>
                  <a:t>Interpreteren:</a:t>
                </a:r>
              </a:p>
              <a:p>
                <a:pPr marL="361940" lvl="1" indent="0">
                  <a:lnSpc>
                    <a:spcPct val="90000"/>
                  </a:lnSpc>
                  <a:buNone/>
                </a:pPr>
                <a:r>
                  <a:rPr lang="nl-BE" altLang="nl-BE" sz="2000" dirty="0"/>
                  <a:t>	VIF &gt; 5 = alarm</a:t>
                </a:r>
              </a:p>
              <a:p>
                <a:pPr marL="361940" lvl="1" indent="0">
                  <a:lnSpc>
                    <a:spcPct val="90000"/>
                  </a:lnSpc>
                  <a:buNone/>
                </a:pPr>
                <a:r>
                  <a:rPr lang="nl-BE" altLang="nl-BE" sz="2000" dirty="0"/>
                  <a:t>	VIF &gt; 10 = probleem</a:t>
                </a:r>
                <a:endParaRPr lang="nl-NL" altLang="nl-BE" sz="2000" dirty="0"/>
              </a:p>
              <a:p>
                <a:endParaRPr lang="nl-BE" dirty="0"/>
              </a:p>
            </p:txBody>
          </p:sp>
        </mc:Choice>
        <mc:Fallback xmlns="">
          <p:sp>
            <p:nvSpPr>
              <p:cNvPr id="4" name="Tijdelijke aanduiding voor inhoud 3">
                <a:extLst>
                  <a:ext uri="{FF2B5EF4-FFF2-40B4-BE49-F238E27FC236}">
                    <a16:creationId xmlns:a16="http://schemas.microsoft.com/office/drawing/2014/main" id="{149D6EBF-AB4B-2E49-B3F7-263053155EB6}"/>
                  </a:ext>
                </a:extLst>
              </p:cNvPr>
              <p:cNvSpPr>
                <a:spLocks noGrp="1" noRot="1" noChangeAspect="1" noMove="1" noResize="1" noEditPoints="1" noAdjustHandles="1" noChangeArrowheads="1" noChangeShapeType="1" noTextEdit="1"/>
              </p:cNvSpPr>
              <p:nvPr>
                <p:ph idx="1"/>
              </p:nvPr>
            </p:nvSpPr>
            <p:spPr>
              <a:blipFill>
                <a:blip r:embed="rId3"/>
                <a:stretch>
                  <a:fillRect l="-1392" t="-2225" r="-557"/>
                </a:stretch>
              </a:blipFill>
            </p:spPr>
            <p:txBody>
              <a:bodyPr/>
              <a:lstStyle/>
              <a:p>
                <a:r>
                  <a:rPr lang="nl-BE">
                    <a:noFill/>
                  </a:rPr>
                  <a:t> </a:t>
                </a:r>
              </a:p>
            </p:txBody>
          </p:sp>
        </mc:Fallback>
      </mc:AlternateContent>
    </p:spTree>
    <p:extLst>
      <p:ext uri="{BB962C8B-B14F-4D97-AF65-F5344CB8AC3E}">
        <p14:creationId xmlns:p14="http://schemas.microsoft.com/office/powerpoint/2010/main" val="1702685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VIF in R</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31</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a:buFontTx/>
              <a:buNone/>
            </a:pPr>
            <a:r>
              <a:rPr lang="en-GB" altLang="nl-BE" sz="1600" dirty="0">
                <a:solidFill>
                  <a:srgbClr val="0432FF"/>
                </a:solidFill>
                <a:latin typeface="Courier New" panose="02070309020205020404" pitchFamily="49" charset="0"/>
                <a:cs typeface="Courier New" panose="02070309020205020404" pitchFamily="49" charset="0"/>
              </a:rPr>
              <a:t>&gt; library(car)</a:t>
            </a:r>
          </a:p>
          <a:p>
            <a:pPr>
              <a:buFontTx/>
              <a:buNone/>
            </a:pPr>
            <a:r>
              <a:rPr lang="en-GB" altLang="nl-BE" sz="1600" dirty="0">
                <a:solidFill>
                  <a:srgbClr val="0432FF"/>
                </a:solidFill>
                <a:latin typeface="Courier New" panose="02070309020205020404" pitchFamily="49" charset="0"/>
                <a:cs typeface="Courier New" panose="02070309020205020404" pitchFamily="49" charset="0"/>
              </a:rPr>
              <a:t>&gt; </a:t>
            </a:r>
            <a:r>
              <a:rPr lang="en-GB" altLang="nl-BE" sz="1600" dirty="0" err="1">
                <a:solidFill>
                  <a:srgbClr val="0432FF"/>
                </a:solidFill>
                <a:latin typeface="Courier New" panose="02070309020205020404" pitchFamily="49" charset="0"/>
                <a:cs typeface="Courier New" panose="02070309020205020404" pitchFamily="49" charset="0"/>
              </a:rPr>
              <a:t>vif</a:t>
            </a:r>
            <a:r>
              <a:rPr lang="en-GB" altLang="nl-BE" sz="1600" dirty="0">
                <a:solidFill>
                  <a:srgbClr val="0432FF"/>
                </a:solidFill>
                <a:latin typeface="Courier New" panose="02070309020205020404" pitchFamily="49" charset="0"/>
                <a:cs typeface="Courier New" panose="02070309020205020404" pitchFamily="49" charset="0"/>
              </a:rPr>
              <a:t>(Model2)</a:t>
            </a:r>
          </a:p>
          <a:p>
            <a:pPr>
              <a:buFontTx/>
              <a:buNone/>
            </a:pPr>
            <a:r>
              <a:rPr lang="en-GB" altLang="nl-BE" sz="1600" dirty="0" err="1">
                <a:latin typeface="Courier New" panose="02070309020205020404" pitchFamily="49" charset="0"/>
                <a:cs typeface="Courier New" panose="02070309020205020404" pitchFamily="49" charset="0"/>
              </a:rPr>
              <a:t>Autonome_mot</a:t>
            </a:r>
            <a:r>
              <a:rPr lang="en-GB" altLang="nl-BE" sz="1600" dirty="0">
                <a:latin typeface="Courier New" panose="02070309020205020404" pitchFamily="49" charset="0"/>
                <a:cs typeface="Courier New" panose="02070309020205020404" pitchFamily="49" charset="0"/>
              </a:rPr>
              <a:t>    Interesse </a:t>
            </a:r>
          </a:p>
          <a:p>
            <a:pPr>
              <a:buFontTx/>
              <a:buNone/>
            </a:pPr>
            <a:r>
              <a:rPr lang="en-GB" altLang="nl-BE" sz="1600" dirty="0">
                <a:latin typeface="Courier New" panose="02070309020205020404" pitchFamily="49" charset="0"/>
                <a:cs typeface="Courier New" panose="02070309020205020404" pitchFamily="49" charset="0"/>
              </a:rPr>
              <a:t>    1.038966     1.061855 </a:t>
            </a:r>
          </a:p>
        </p:txBody>
      </p:sp>
      <p:sp>
        <p:nvSpPr>
          <p:cNvPr id="6" name="Tekstvak 5">
            <a:extLst>
              <a:ext uri="{FF2B5EF4-FFF2-40B4-BE49-F238E27FC236}">
                <a16:creationId xmlns:a16="http://schemas.microsoft.com/office/drawing/2014/main" id="{F2C00159-23CF-4741-B948-D1DECFFE3129}"/>
              </a:ext>
            </a:extLst>
          </p:cNvPr>
          <p:cNvSpPr txBox="1"/>
          <p:nvPr/>
        </p:nvSpPr>
        <p:spPr>
          <a:xfrm>
            <a:off x="2584704" y="938784"/>
            <a:ext cx="0" cy="0"/>
          </a:xfrm>
          <a:prstGeom prst="rect">
            <a:avLst/>
          </a:prstGeom>
          <a:noFill/>
        </p:spPr>
        <p:txBody>
          <a:bodyPr wrap="none" lIns="0" tIns="0" rIns="0" bIns="0" rtlCol="0">
            <a:noAutofit/>
          </a:bodyPr>
          <a:lstStyle/>
          <a:p>
            <a:pPr algn="l"/>
            <a:endParaRPr lang="nl-BE" sz="2800" b="1" dirty="0">
              <a:solidFill>
                <a:schemeClr val="bg1"/>
              </a:solidFill>
              <a:latin typeface="Gotham" panose="02000603040000020004" pitchFamily="2"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42239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B33D21-0F86-184C-9788-B631912200B3}"/>
              </a:ext>
            </a:extLst>
          </p:cNvPr>
          <p:cNvSpPr>
            <a:spLocks noGrp="1"/>
          </p:cNvSpPr>
          <p:nvPr>
            <p:ph type="title"/>
          </p:nvPr>
        </p:nvSpPr>
        <p:spPr/>
        <p:txBody>
          <a:bodyPr/>
          <a:lstStyle/>
          <a:p>
            <a:r>
              <a:rPr lang="nl-BE" dirty="0"/>
              <a:t>Het ene model is het andere niet…</a:t>
            </a:r>
          </a:p>
        </p:txBody>
      </p:sp>
      <p:sp>
        <p:nvSpPr>
          <p:cNvPr id="3" name="Tijdelijke aanduiding voor dianummer 2">
            <a:extLst>
              <a:ext uri="{FF2B5EF4-FFF2-40B4-BE49-F238E27FC236}">
                <a16:creationId xmlns:a16="http://schemas.microsoft.com/office/drawing/2014/main" id="{0BFF154F-4084-9046-A2A9-79B64536C632}"/>
              </a:ext>
            </a:extLst>
          </p:cNvPr>
          <p:cNvSpPr>
            <a:spLocks noGrp="1"/>
          </p:cNvSpPr>
          <p:nvPr>
            <p:ph type="sldNum" sz="quarter" idx="10"/>
          </p:nvPr>
        </p:nvSpPr>
        <p:spPr/>
        <p:txBody>
          <a:bodyPr/>
          <a:lstStyle/>
          <a:p>
            <a:fld id="{E038E271-308C-2E46-A3EC-56326F9084CC}" type="slidenum">
              <a:rPr lang="nl-BE" smtClean="0"/>
              <a:pPr/>
              <a:t>32</a:t>
            </a:fld>
            <a:endParaRPr lang="nl-BE" dirty="0"/>
          </a:p>
        </p:txBody>
      </p:sp>
      <p:sp>
        <p:nvSpPr>
          <p:cNvPr id="4" name="Tijdelijke aanduiding voor inhoud 3">
            <a:extLst>
              <a:ext uri="{FF2B5EF4-FFF2-40B4-BE49-F238E27FC236}">
                <a16:creationId xmlns:a16="http://schemas.microsoft.com/office/drawing/2014/main" id="{A4FAD360-9CF0-114A-8CD9-A181E9FB5DE2}"/>
              </a:ext>
            </a:extLst>
          </p:cNvPr>
          <p:cNvSpPr>
            <a:spLocks noGrp="1"/>
          </p:cNvSpPr>
          <p:nvPr>
            <p:ph idx="1"/>
          </p:nvPr>
        </p:nvSpPr>
        <p:spPr/>
        <p:txBody>
          <a:bodyPr/>
          <a:lstStyle/>
          <a:p>
            <a:r>
              <a:rPr lang="nl-BE" dirty="0"/>
              <a:t>Hoe bepalen welke voorspellers je in je model opneemt?</a:t>
            </a:r>
          </a:p>
          <a:p>
            <a:pPr lvl="1"/>
            <a:r>
              <a:rPr lang="nl-BE" dirty="0"/>
              <a:t>Theorie!</a:t>
            </a:r>
          </a:p>
          <a:p>
            <a:pPr lvl="1"/>
            <a:r>
              <a:rPr lang="nl-BE" dirty="0"/>
              <a:t>Denk- en discussiewerk</a:t>
            </a:r>
          </a:p>
          <a:p>
            <a:pPr lvl="1"/>
            <a:endParaRPr lang="nl-BE" dirty="0"/>
          </a:p>
          <a:p>
            <a:pPr lvl="1"/>
            <a:endParaRPr lang="nl-BE" dirty="0"/>
          </a:p>
          <a:p>
            <a:pPr lvl="1"/>
            <a:endParaRPr lang="nl-BE" dirty="0"/>
          </a:p>
          <a:p>
            <a:r>
              <a:rPr lang="nl-BE" dirty="0"/>
              <a:t>Welk model is beter?</a:t>
            </a:r>
          </a:p>
          <a:p>
            <a:pPr lvl="1"/>
            <a:r>
              <a:rPr lang="nl-BE" altLang="nl-BE" dirty="0"/>
              <a:t>Geeft complexer model in verhouding een betere voorspelling?</a:t>
            </a:r>
          </a:p>
          <a:p>
            <a:pPr lvl="1"/>
            <a:r>
              <a:rPr lang="en-GB" altLang="nl-BE" dirty="0"/>
              <a:t>Anders </a:t>
            </a:r>
            <a:r>
              <a:rPr lang="en-GB" altLang="nl-BE" dirty="0" err="1"/>
              <a:t>gezegd</a:t>
            </a:r>
            <a:r>
              <a:rPr lang="en-GB" altLang="nl-BE" dirty="0"/>
              <a:t>…Is de </a:t>
            </a:r>
            <a:r>
              <a:rPr lang="en-GB" altLang="nl-BE" dirty="0" err="1"/>
              <a:t>predictiefout</a:t>
            </a:r>
            <a:r>
              <a:rPr lang="en-GB" altLang="nl-BE" dirty="0"/>
              <a:t> </a:t>
            </a:r>
            <a:r>
              <a:rPr lang="en-GB" altLang="nl-BE" dirty="0" err="1"/>
              <a:t>voor</a:t>
            </a:r>
            <a:r>
              <a:rPr lang="en-GB" altLang="nl-BE" dirty="0"/>
              <a:t> </a:t>
            </a:r>
            <a:r>
              <a:rPr lang="en-GB" altLang="nl-BE" dirty="0" err="1"/>
              <a:t>complexer</a:t>
            </a:r>
            <a:r>
              <a:rPr lang="en-GB" altLang="nl-BE" dirty="0"/>
              <a:t> model significant </a:t>
            </a:r>
            <a:r>
              <a:rPr lang="en-GB" altLang="nl-BE" dirty="0" err="1"/>
              <a:t>kleiner</a:t>
            </a:r>
            <a:r>
              <a:rPr lang="en-GB" altLang="nl-BE" dirty="0"/>
              <a:t>?</a:t>
            </a:r>
          </a:p>
          <a:p>
            <a:endParaRPr lang="nl-BE" dirty="0"/>
          </a:p>
        </p:txBody>
      </p:sp>
      <p:sp>
        <p:nvSpPr>
          <p:cNvPr id="5" name="Tekstvak 4">
            <a:extLst>
              <a:ext uri="{FF2B5EF4-FFF2-40B4-BE49-F238E27FC236}">
                <a16:creationId xmlns:a16="http://schemas.microsoft.com/office/drawing/2014/main" id="{5E692AD9-1E0F-7542-9A56-2C21FC87B1C7}"/>
              </a:ext>
            </a:extLst>
          </p:cNvPr>
          <p:cNvSpPr txBox="1">
            <a:spLocks noChangeArrowheads="1"/>
          </p:cNvSpPr>
          <p:nvPr/>
        </p:nvSpPr>
        <p:spPr bwMode="auto">
          <a:xfrm>
            <a:off x="5705855" y="2735687"/>
            <a:ext cx="2406555" cy="369332"/>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Interesse</a:t>
            </a:r>
          </a:p>
        </p:txBody>
      </p:sp>
      <p:sp>
        <p:nvSpPr>
          <p:cNvPr id="6" name="Tekstvak 5">
            <a:extLst>
              <a:ext uri="{FF2B5EF4-FFF2-40B4-BE49-F238E27FC236}">
                <a16:creationId xmlns:a16="http://schemas.microsoft.com/office/drawing/2014/main" id="{E0F5B25E-35CE-1D40-8591-02408504F5FD}"/>
              </a:ext>
            </a:extLst>
          </p:cNvPr>
          <p:cNvSpPr txBox="1">
            <a:spLocks noChangeArrowheads="1"/>
          </p:cNvSpPr>
          <p:nvPr/>
        </p:nvSpPr>
        <p:spPr bwMode="auto">
          <a:xfrm>
            <a:off x="10199973" y="2650736"/>
            <a:ext cx="1772571" cy="369332"/>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Statistiekscore</a:t>
            </a:r>
          </a:p>
        </p:txBody>
      </p:sp>
      <p:cxnSp>
        <p:nvCxnSpPr>
          <p:cNvPr id="7" name="Rechte verbindingslijn met pijl 6">
            <a:extLst>
              <a:ext uri="{FF2B5EF4-FFF2-40B4-BE49-F238E27FC236}">
                <a16:creationId xmlns:a16="http://schemas.microsoft.com/office/drawing/2014/main" id="{0A419069-7A13-9F4F-904E-104F2E6CD486}"/>
              </a:ext>
            </a:extLst>
          </p:cNvPr>
          <p:cNvCxnSpPr>
            <a:cxnSpLocks noChangeShapeType="1"/>
          </p:cNvCxnSpPr>
          <p:nvPr/>
        </p:nvCxnSpPr>
        <p:spPr bwMode="auto">
          <a:xfrm>
            <a:off x="8399747" y="2930759"/>
            <a:ext cx="1512889" cy="0"/>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
        <p:nvSpPr>
          <p:cNvPr id="8" name="Tekstvak 7">
            <a:extLst>
              <a:ext uri="{FF2B5EF4-FFF2-40B4-BE49-F238E27FC236}">
                <a16:creationId xmlns:a16="http://schemas.microsoft.com/office/drawing/2014/main" id="{A7A18D8D-CF58-4441-9792-D5A05F620C61}"/>
              </a:ext>
            </a:extLst>
          </p:cNvPr>
          <p:cNvSpPr txBox="1">
            <a:spLocks noChangeArrowheads="1"/>
          </p:cNvSpPr>
          <p:nvPr/>
        </p:nvSpPr>
        <p:spPr bwMode="auto">
          <a:xfrm>
            <a:off x="5705855" y="2199250"/>
            <a:ext cx="2406555" cy="369332"/>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Autonome motivatie</a:t>
            </a:r>
          </a:p>
        </p:txBody>
      </p:sp>
      <p:cxnSp>
        <p:nvCxnSpPr>
          <p:cNvPr id="9" name="Rechte verbindingslijn met pijl 8">
            <a:extLst>
              <a:ext uri="{FF2B5EF4-FFF2-40B4-BE49-F238E27FC236}">
                <a16:creationId xmlns:a16="http://schemas.microsoft.com/office/drawing/2014/main" id="{C8892AC0-46B7-5F4F-ABEF-A0ADB8279811}"/>
              </a:ext>
            </a:extLst>
          </p:cNvPr>
          <p:cNvCxnSpPr>
            <a:cxnSpLocks noChangeShapeType="1"/>
          </p:cNvCxnSpPr>
          <p:nvPr/>
        </p:nvCxnSpPr>
        <p:spPr bwMode="auto">
          <a:xfrm>
            <a:off x="8399748" y="2430082"/>
            <a:ext cx="1512888" cy="230833"/>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
        <p:nvSpPr>
          <p:cNvPr id="10" name="Tekstvak 9">
            <a:extLst>
              <a:ext uri="{FF2B5EF4-FFF2-40B4-BE49-F238E27FC236}">
                <a16:creationId xmlns:a16="http://schemas.microsoft.com/office/drawing/2014/main" id="{E32D8F58-C12A-B34A-A52C-FAB5A6E565A2}"/>
              </a:ext>
            </a:extLst>
          </p:cNvPr>
          <p:cNvSpPr txBox="1">
            <a:spLocks noChangeArrowheads="1"/>
          </p:cNvSpPr>
          <p:nvPr/>
        </p:nvSpPr>
        <p:spPr bwMode="auto">
          <a:xfrm>
            <a:off x="5711951" y="3290423"/>
            <a:ext cx="2406555" cy="369332"/>
          </a:xfrm>
          <a:prstGeom prst="rect">
            <a:avLst/>
          </a:prstGeom>
          <a:solidFill>
            <a:schemeClr val="bg2"/>
          </a:solidFill>
          <a:ln w="38100">
            <a:solidFill>
              <a:schemeClr val="bg2"/>
            </a:solidFill>
            <a:miter lim="800000"/>
            <a:headEnd/>
            <a:tailEnd/>
          </a:ln>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Faalangst</a:t>
            </a:r>
          </a:p>
        </p:txBody>
      </p:sp>
      <p:cxnSp>
        <p:nvCxnSpPr>
          <p:cNvPr id="12" name="Rechte verbindingslijn met pijl 11">
            <a:extLst>
              <a:ext uri="{FF2B5EF4-FFF2-40B4-BE49-F238E27FC236}">
                <a16:creationId xmlns:a16="http://schemas.microsoft.com/office/drawing/2014/main" id="{C4C42967-808D-E14C-AEC2-1ECF63322C94}"/>
              </a:ext>
            </a:extLst>
          </p:cNvPr>
          <p:cNvCxnSpPr>
            <a:cxnSpLocks noChangeShapeType="1"/>
          </p:cNvCxnSpPr>
          <p:nvPr/>
        </p:nvCxnSpPr>
        <p:spPr bwMode="auto">
          <a:xfrm flipV="1">
            <a:off x="8418036" y="3179890"/>
            <a:ext cx="1512888" cy="230833"/>
          </a:xfrm>
          <a:prstGeom prst="straightConnector1">
            <a:avLst/>
          </a:prstGeom>
          <a:noFill/>
          <a:ln w="38100" algn="ctr">
            <a:solidFill>
              <a:schemeClr val="bg2"/>
            </a:solidFill>
            <a:round/>
            <a:headEnd/>
            <a:tailEnd type="stealth" w="lg" len="lg"/>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47764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1E2FC9-8137-6D49-A492-33E1FF182352}"/>
              </a:ext>
            </a:extLst>
          </p:cNvPr>
          <p:cNvSpPr>
            <a:spLocks noGrp="1"/>
          </p:cNvSpPr>
          <p:nvPr>
            <p:ph type="title"/>
          </p:nvPr>
        </p:nvSpPr>
        <p:spPr/>
        <p:txBody>
          <a:bodyPr/>
          <a:lstStyle/>
          <a:p>
            <a:r>
              <a:rPr lang="nl-BE" dirty="0"/>
              <a:t>Modellen vergelijken in R</a:t>
            </a:r>
          </a:p>
        </p:txBody>
      </p:sp>
      <p:sp>
        <p:nvSpPr>
          <p:cNvPr id="3" name="Tijdelijke aanduiding voor dianummer 2">
            <a:extLst>
              <a:ext uri="{FF2B5EF4-FFF2-40B4-BE49-F238E27FC236}">
                <a16:creationId xmlns:a16="http://schemas.microsoft.com/office/drawing/2014/main" id="{9A3358F6-0D87-624D-AEDD-FD2114B8FCA2}"/>
              </a:ext>
            </a:extLst>
          </p:cNvPr>
          <p:cNvSpPr>
            <a:spLocks noGrp="1"/>
          </p:cNvSpPr>
          <p:nvPr>
            <p:ph type="sldNum" sz="quarter" idx="10"/>
          </p:nvPr>
        </p:nvSpPr>
        <p:spPr/>
        <p:txBody>
          <a:bodyPr/>
          <a:lstStyle/>
          <a:p>
            <a:fld id="{E038E271-308C-2E46-A3EC-56326F9084CC}" type="slidenum">
              <a:rPr lang="nl-BE" smtClean="0"/>
              <a:pPr/>
              <a:t>33</a:t>
            </a:fld>
            <a:endParaRPr lang="nl-BE" dirty="0"/>
          </a:p>
        </p:txBody>
      </p:sp>
      <p:sp>
        <p:nvSpPr>
          <p:cNvPr id="4" name="Tijdelijke aanduiding voor inhoud 3">
            <a:extLst>
              <a:ext uri="{FF2B5EF4-FFF2-40B4-BE49-F238E27FC236}">
                <a16:creationId xmlns:a16="http://schemas.microsoft.com/office/drawing/2014/main" id="{BE4FF391-D598-CE4D-82CB-48A2CF6E6EB3}"/>
              </a:ext>
            </a:extLst>
          </p:cNvPr>
          <p:cNvSpPr>
            <a:spLocks noGrp="1"/>
          </p:cNvSpPr>
          <p:nvPr>
            <p:ph idx="1"/>
          </p:nvPr>
        </p:nvSpPr>
        <p:spPr/>
        <p:txBody>
          <a:bodyPr/>
          <a:lstStyle/>
          <a:p>
            <a:pPr marL="0" indent="0">
              <a:buNone/>
            </a:pPr>
            <a:r>
              <a:rPr lang="en-GB" altLang="nl-BE" sz="2000" dirty="0" err="1">
                <a:solidFill>
                  <a:srgbClr val="1C00FF"/>
                </a:solidFill>
                <a:latin typeface="Courier New" panose="02070309020205020404" pitchFamily="49" charset="0"/>
                <a:cs typeface="Courier New" panose="02070309020205020404" pitchFamily="49" charset="0"/>
              </a:rPr>
              <a:t>anova</a:t>
            </a:r>
            <a:r>
              <a:rPr lang="en-GB" altLang="nl-BE" sz="2000" dirty="0">
                <a:solidFill>
                  <a:srgbClr val="1C00FF"/>
                </a:solidFill>
                <a:latin typeface="Courier New" panose="02070309020205020404" pitchFamily="49" charset="0"/>
                <a:cs typeface="Courier New" panose="02070309020205020404" pitchFamily="49" charset="0"/>
              </a:rPr>
              <a:t>(Model1, Model2,…): </a:t>
            </a:r>
          </a:p>
          <a:p>
            <a:pPr lvl="1"/>
            <a:r>
              <a:rPr lang="en-GB" altLang="nl-BE" dirty="0" err="1"/>
              <a:t>onbeperkt</a:t>
            </a:r>
            <a:r>
              <a:rPr lang="en-GB" altLang="nl-BE" dirty="0"/>
              <a:t> </a:t>
            </a:r>
            <a:r>
              <a:rPr lang="en-GB" altLang="nl-BE" dirty="0" err="1"/>
              <a:t>aantal</a:t>
            </a:r>
            <a:r>
              <a:rPr lang="en-GB" altLang="nl-BE" dirty="0"/>
              <a:t> </a:t>
            </a:r>
            <a:r>
              <a:rPr lang="en-GB" altLang="nl-BE" dirty="0" err="1"/>
              <a:t>modellen</a:t>
            </a:r>
            <a:r>
              <a:rPr lang="en-GB" altLang="nl-BE" dirty="0"/>
              <a:t> </a:t>
            </a:r>
            <a:r>
              <a:rPr lang="en-GB" altLang="nl-BE" dirty="0" err="1"/>
              <a:t>vergelijken</a:t>
            </a:r>
            <a:r>
              <a:rPr lang="en-GB" altLang="nl-BE" dirty="0"/>
              <a:t> </a:t>
            </a:r>
          </a:p>
          <a:p>
            <a:pPr lvl="1"/>
            <a:r>
              <a:rPr lang="en-GB" altLang="nl-BE" dirty="0" err="1"/>
              <a:t>gelijk</a:t>
            </a:r>
            <a:r>
              <a:rPr lang="en-GB" altLang="nl-BE" dirty="0"/>
              <a:t> </a:t>
            </a:r>
            <a:r>
              <a:rPr lang="en-GB" altLang="nl-BE" dirty="0" err="1"/>
              <a:t>aantal</a:t>
            </a:r>
            <a:r>
              <a:rPr lang="en-GB" altLang="nl-BE" dirty="0"/>
              <a:t> </a:t>
            </a:r>
            <a:r>
              <a:rPr lang="en-GB" altLang="nl-BE" dirty="0" err="1"/>
              <a:t>observatie-eenheden</a:t>
            </a:r>
            <a:r>
              <a:rPr lang="en-GB" altLang="nl-BE" dirty="0"/>
              <a:t> (</a:t>
            </a:r>
            <a:r>
              <a:rPr lang="en-GB" altLang="nl-BE" dirty="0" err="1"/>
              <a:t>respondenten</a:t>
            </a:r>
            <a:r>
              <a:rPr lang="en-GB" altLang="nl-BE" dirty="0"/>
              <a:t>)</a:t>
            </a:r>
          </a:p>
          <a:p>
            <a:pPr lvl="1"/>
            <a:r>
              <a:rPr lang="en-GB" altLang="nl-BE" dirty="0" err="1"/>
              <a:t>Modellen</a:t>
            </a:r>
            <a:r>
              <a:rPr lang="en-GB" altLang="nl-BE" dirty="0"/>
              <a:t> </a:t>
            </a:r>
            <a:r>
              <a:rPr lang="en-GB" altLang="nl-BE" dirty="0" err="1"/>
              <a:t>moeten</a:t>
            </a:r>
            <a:r>
              <a:rPr lang="en-GB" altLang="nl-BE" dirty="0"/>
              <a:t> </a:t>
            </a:r>
            <a:r>
              <a:rPr lang="en-GB" altLang="nl-BE" dirty="0" err="1"/>
              <a:t>genest</a:t>
            </a:r>
            <a:r>
              <a:rPr lang="en-GB" altLang="nl-BE" dirty="0"/>
              <a:t> </a:t>
            </a:r>
            <a:r>
              <a:rPr lang="en-GB" altLang="nl-BE" dirty="0" err="1"/>
              <a:t>zijn</a:t>
            </a:r>
            <a:r>
              <a:rPr lang="en-GB" altLang="nl-BE" dirty="0"/>
              <a:t> (op </a:t>
            </a:r>
            <a:r>
              <a:rPr lang="en-GB" altLang="nl-BE" dirty="0" err="1"/>
              <a:t>elkaar</a:t>
            </a:r>
            <a:r>
              <a:rPr lang="en-GB" altLang="nl-BE" dirty="0"/>
              <a:t> </a:t>
            </a:r>
            <a:r>
              <a:rPr lang="en-GB" altLang="nl-BE" dirty="0" err="1"/>
              <a:t>verder</a:t>
            </a:r>
            <a:r>
              <a:rPr lang="en-GB" altLang="nl-BE" dirty="0"/>
              <a:t> </a:t>
            </a:r>
            <a:r>
              <a:rPr lang="en-GB" altLang="nl-BE" dirty="0" err="1"/>
              <a:t>bouwen</a:t>
            </a:r>
            <a:r>
              <a:rPr lang="en-GB" altLang="nl-BE" dirty="0"/>
              <a:t>)</a:t>
            </a:r>
          </a:p>
          <a:p>
            <a:endParaRPr lang="en-GB" altLang="nl-BE" dirty="0"/>
          </a:p>
          <a:p>
            <a:r>
              <a:rPr lang="en-GB" altLang="nl-BE" dirty="0"/>
              <a:t>In R: subset met </a:t>
            </a:r>
            <a:r>
              <a:rPr lang="en-GB" altLang="nl-BE" dirty="0" err="1"/>
              <a:t>enkel</a:t>
            </a:r>
            <a:r>
              <a:rPr lang="en-GB" altLang="nl-BE" dirty="0"/>
              <a:t> </a:t>
            </a:r>
            <a:r>
              <a:rPr lang="en-GB" altLang="nl-BE" dirty="0" err="1"/>
              <a:t>geldige</a:t>
            </a:r>
            <a:r>
              <a:rPr lang="en-GB" altLang="nl-BE" dirty="0"/>
              <a:t> </a:t>
            </a:r>
            <a:r>
              <a:rPr lang="en-GB" altLang="nl-BE" dirty="0" err="1"/>
              <a:t>waarnemingen</a:t>
            </a:r>
            <a:r>
              <a:rPr lang="en-GB" altLang="nl-BE" dirty="0"/>
              <a:t> </a:t>
            </a:r>
            <a:r>
              <a:rPr lang="en-GB" altLang="nl-BE" dirty="0" err="1"/>
              <a:t>voor</a:t>
            </a:r>
            <a:r>
              <a:rPr lang="en-GB" altLang="nl-BE" dirty="0"/>
              <a:t> alle </a:t>
            </a:r>
            <a:r>
              <a:rPr lang="en-GB" altLang="nl-BE" dirty="0" err="1"/>
              <a:t>gebruikte</a:t>
            </a:r>
            <a:r>
              <a:rPr lang="en-GB" altLang="nl-BE" dirty="0"/>
              <a:t> </a:t>
            </a:r>
            <a:r>
              <a:rPr lang="en-GB" altLang="nl-BE" dirty="0" err="1"/>
              <a:t>variabelen</a:t>
            </a:r>
            <a:r>
              <a:rPr lang="en-GB" altLang="nl-BE" dirty="0"/>
              <a:t>:</a:t>
            </a:r>
          </a:p>
          <a:p>
            <a:pPr>
              <a:buFontTx/>
              <a:buNone/>
            </a:pPr>
            <a:endParaRPr lang="en-GB" altLang="nl-BE" dirty="0"/>
          </a:p>
          <a:p>
            <a:pPr>
              <a:buFontTx/>
              <a:buNone/>
            </a:pPr>
            <a:r>
              <a:rPr lang="en-GB" altLang="nl-BE" sz="2000" dirty="0">
                <a:solidFill>
                  <a:srgbClr val="1C00FF"/>
                </a:solidFill>
                <a:latin typeface="Courier New" panose="02070309020205020404" pitchFamily="49" charset="0"/>
                <a:cs typeface="Courier New" panose="02070309020205020404" pitchFamily="49" charset="0"/>
              </a:rPr>
              <a:t>&gt; StatistiekB2 &lt;- </a:t>
            </a:r>
            <a:r>
              <a:rPr lang="en-GB" altLang="nl-BE" sz="2000" dirty="0" err="1">
                <a:solidFill>
                  <a:srgbClr val="1C00FF"/>
                </a:solidFill>
                <a:latin typeface="Courier New" panose="02070309020205020404" pitchFamily="49" charset="0"/>
                <a:cs typeface="Courier New" panose="02070309020205020404" pitchFamily="49" charset="0"/>
              </a:rPr>
              <a:t>na.omit</a:t>
            </a:r>
            <a:r>
              <a:rPr lang="en-GB" altLang="nl-BE" sz="2000" dirty="0">
                <a:solidFill>
                  <a:srgbClr val="1C00FF"/>
                </a:solidFill>
                <a:latin typeface="Courier New" panose="02070309020205020404" pitchFamily="49" charset="0"/>
                <a:cs typeface="Courier New" panose="02070309020205020404" pitchFamily="49" charset="0"/>
              </a:rPr>
              <a:t>(</a:t>
            </a:r>
            <a:r>
              <a:rPr lang="nl-BE" altLang="nl-BE" sz="2000" dirty="0">
                <a:solidFill>
                  <a:srgbClr val="1C00FF"/>
                </a:solidFill>
                <a:latin typeface="Courier New" panose="02070309020205020404" pitchFamily="49" charset="0"/>
                <a:cs typeface="Courier New" panose="02070309020205020404" pitchFamily="49" charset="0"/>
              </a:rPr>
              <a:t>StatistiekB[c("Resultaat", "Autonome_mot",</a:t>
            </a:r>
          </a:p>
          <a:p>
            <a:pPr>
              <a:buFontTx/>
              <a:buNone/>
            </a:pPr>
            <a:r>
              <a:rPr lang="nl-BE" altLang="nl-BE" sz="2000" dirty="0">
                <a:solidFill>
                  <a:srgbClr val="1C00FF"/>
                </a:solidFill>
                <a:latin typeface="Courier New" panose="02070309020205020404" pitchFamily="49" charset="0"/>
                <a:cs typeface="Courier New" panose="02070309020205020404" pitchFamily="49" charset="0"/>
              </a:rPr>
              <a:t>+						"Interesse", "Faalangst")])</a:t>
            </a:r>
            <a:r>
              <a:rPr lang="nl-NL" altLang="nl-BE" sz="2000" dirty="0">
                <a:solidFill>
                  <a:srgbClr val="1C00FF"/>
                </a:solidFill>
                <a:latin typeface="Courier New" panose="02070309020205020404" pitchFamily="49" charset="0"/>
                <a:cs typeface="Courier New" panose="02070309020205020404" pitchFamily="49" charset="0"/>
              </a:rPr>
              <a:t> </a:t>
            </a:r>
            <a:endParaRPr lang="en-GB" altLang="nl-BE" sz="2000" dirty="0">
              <a:solidFill>
                <a:srgbClr val="1C00FF"/>
              </a:solidFill>
              <a:latin typeface="Courier New" panose="02070309020205020404" pitchFamily="49" charset="0"/>
              <a:cs typeface="Courier New" panose="02070309020205020404" pitchFamily="49" charset="0"/>
            </a:endParaRPr>
          </a:p>
          <a:p>
            <a:endParaRPr lang="nl-BE" dirty="0"/>
          </a:p>
        </p:txBody>
      </p:sp>
    </p:spTree>
    <p:extLst>
      <p:ext uri="{BB962C8B-B14F-4D97-AF65-F5344CB8AC3E}">
        <p14:creationId xmlns:p14="http://schemas.microsoft.com/office/powerpoint/2010/main" val="4064746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DE2EDC-F881-8241-A434-9A75F1DD4FFC}"/>
              </a:ext>
            </a:extLst>
          </p:cNvPr>
          <p:cNvSpPr>
            <a:spLocks noGrp="1"/>
          </p:cNvSpPr>
          <p:nvPr>
            <p:ph type="title"/>
          </p:nvPr>
        </p:nvSpPr>
        <p:spPr/>
        <p:txBody>
          <a:bodyPr/>
          <a:lstStyle/>
          <a:p>
            <a:r>
              <a:rPr lang="nl-BE" dirty="0"/>
              <a:t>Modellen vergelijken in R</a:t>
            </a:r>
          </a:p>
        </p:txBody>
      </p:sp>
      <p:sp>
        <p:nvSpPr>
          <p:cNvPr id="3" name="Tijdelijke aanduiding voor dianummer 2">
            <a:extLst>
              <a:ext uri="{FF2B5EF4-FFF2-40B4-BE49-F238E27FC236}">
                <a16:creationId xmlns:a16="http://schemas.microsoft.com/office/drawing/2014/main" id="{4CC49D80-8154-8544-807B-33BB8D18C7DA}"/>
              </a:ext>
            </a:extLst>
          </p:cNvPr>
          <p:cNvSpPr>
            <a:spLocks noGrp="1"/>
          </p:cNvSpPr>
          <p:nvPr>
            <p:ph type="sldNum" sz="quarter" idx="10"/>
          </p:nvPr>
        </p:nvSpPr>
        <p:spPr/>
        <p:txBody>
          <a:bodyPr/>
          <a:lstStyle/>
          <a:p>
            <a:fld id="{E038E271-308C-2E46-A3EC-56326F9084CC}" type="slidenum">
              <a:rPr lang="nl-BE" smtClean="0"/>
              <a:pPr/>
              <a:t>34</a:t>
            </a:fld>
            <a:endParaRPr lang="nl-BE" dirty="0"/>
          </a:p>
        </p:txBody>
      </p:sp>
      <p:sp>
        <p:nvSpPr>
          <p:cNvPr id="4" name="Tijdelijke aanduiding voor inhoud 3">
            <a:extLst>
              <a:ext uri="{FF2B5EF4-FFF2-40B4-BE49-F238E27FC236}">
                <a16:creationId xmlns:a16="http://schemas.microsoft.com/office/drawing/2014/main" id="{5E543951-F0F9-1648-9479-502A9678C338}"/>
              </a:ext>
            </a:extLst>
          </p:cNvPr>
          <p:cNvSpPr>
            <a:spLocks noGrp="1"/>
          </p:cNvSpPr>
          <p:nvPr>
            <p:ph idx="1"/>
          </p:nvPr>
        </p:nvSpPr>
        <p:spPr/>
        <p:txBody>
          <a:bodyPr/>
          <a:lstStyle/>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&gt; Model2 &lt;- lm(</a:t>
            </a:r>
            <a:r>
              <a:rPr lang="de-DE" altLang="nl-BE" sz="1800" dirty="0" err="1">
                <a:solidFill>
                  <a:srgbClr val="0000FF"/>
                </a:solidFill>
                <a:latin typeface="Courier New" panose="02070309020205020404" pitchFamily="49" charset="0"/>
                <a:cs typeface="Courier New" panose="02070309020205020404" pitchFamily="49" charset="0"/>
              </a:rPr>
              <a:t>Resultaat</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dirty="0" err="1">
                <a:solidFill>
                  <a:srgbClr val="0000FF"/>
                </a:solidFill>
                <a:latin typeface="Courier New" panose="02070309020205020404" pitchFamily="49" charset="0"/>
                <a:cs typeface="Courier New" panose="02070309020205020404" pitchFamily="49" charset="0"/>
              </a:rPr>
              <a:t>Autonome_mot</a:t>
            </a:r>
            <a:r>
              <a:rPr lang="de-DE" altLang="nl-BE" sz="1800" dirty="0">
                <a:solidFill>
                  <a:srgbClr val="0000FF"/>
                </a:solidFill>
                <a:latin typeface="Courier New" panose="02070309020205020404" pitchFamily="49" charset="0"/>
                <a:cs typeface="Courier New" panose="02070309020205020404" pitchFamily="49" charset="0"/>
              </a:rPr>
              <a:t> + Interesse,</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              </a:t>
            </a:r>
            <a:r>
              <a:rPr lang="de-DE" altLang="nl-BE" sz="1800" dirty="0" err="1">
                <a:solidFill>
                  <a:srgbClr val="0000FF"/>
                </a:solidFill>
                <a:latin typeface="Courier New" panose="02070309020205020404" pitchFamily="49" charset="0"/>
                <a:cs typeface="Courier New" panose="02070309020205020404" pitchFamily="49" charset="0"/>
              </a:rPr>
              <a:t>data</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u="sng" dirty="0">
                <a:solidFill>
                  <a:srgbClr val="0000FF"/>
                </a:solidFill>
                <a:latin typeface="Courier New" panose="02070309020205020404" pitchFamily="49" charset="0"/>
                <a:cs typeface="Courier New" panose="02070309020205020404" pitchFamily="49" charset="0"/>
              </a:rPr>
              <a:t>StatistiekB2</a:t>
            </a:r>
            <a:r>
              <a:rPr lang="de-DE" altLang="nl-BE" sz="1800" dirty="0">
                <a:solidFill>
                  <a:srgbClr val="0000FF"/>
                </a:solidFill>
                <a:latin typeface="Courier New" panose="02070309020205020404" pitchFamily="49" charset="0"/>
                <a:cs typeface="Courier New" panose="02070309020205020404" pitchFamily="49" charset="0"/>
              </a:rPr>
              <a:t>)</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&gt; Model3 &lt;- lm(</a:t>
            </a:r>
            <a:r>
              <a:rPr lang="de-DE" altLang="nl-BE" sz="1800" dirty="0" err="1">
                <a:solidFill>
                  <a:srgbClr val="0000FF"/>
                </a:solidFill>
                <a:latin typeface="Courier New" panose="02070309020205020404" pitchFamily="49" charset="0"/>
                <a:cs typeface="Courier New" panose="02070309020205020404" pitchFamily="49" charset="0"/>
              </a:rPr>
              <a:t>Resultaat</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dirty="0" err="1">
                <a:solidFill>
                  <a:srgbClr val="0000FF"/>
                </a:solidFill>
                <a:latin typeface="Courier New" panose="02070309020205020404" pitchFamily="49" charset="0"/>
                <a:cs typeface="Courier New" panose="02070309020205020404" pitchFamily="49" charset="0"/>
              </a:rPr>
              <a:t>Autonome_mot</a:t>
            </a:r>
            <a:r>
              <a:rPr lang="de-DE" altLang="nl-BE" sz="1800" dirty="0">
                <a:solidFill>
                  <a:srgbClr val="0000FF"/>
                </a:solidFill>
                <a:latin typeface="Courier New" panose="02070309020205020404" pitchFamily="49" charset="0"/>
                <a:cs typeface="Courier New" panose="02070309020205020404" pitchFamily="49" charset="0"/>
              </a:rPr>
              <a:t> + Interesse + </a:t>
            </a:r>
            <a:r>
              <a:rPr lang="de-DE" altLang="nl-BE" sz="1800" dirty="0" err="1">
                <a:solidFill>
                  <a:srgbClr val="0000FF"/>
                </a:solidFill>
                <a:latin typeface="Courier New" panose="02070309020205020404" pitchFamily="49" charset="0"/>
                <a:cs typeface="Courier New" panose="02070309020205020404" pitchFamily="49" charset="0"/>
              </a:rPr>
              <a:t>Faalangst</a:t>
            </a:r>
            <a:r>
              <a:rPr lang="de-DE" altLang="nl-BE" sz="1800" dirty="0">
                <a:solidFill>
                  <a:srgbClr val="0000FF"/>
                </a:solidFill>
                <a:latin typeface="Courier New" panose="02070309020205020404" pitchFamily="49" charset="0"/>
                <a:cs typeface="Courier New" panose="02070309020205020404" pitchFamily="49" charset="0"/>
              </a:rPr>
              <a:t>,</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              </a:t>
            </a:r>
            <a:r>
              <a:rPr lang="de-DE" altLang="nl-BE" sz="1800" dirty="0" err="1">
                <a:solidFill>
                  <a:srgbClr val="0000FF"/>
                </a:solidFill>
                <a:latin typeface="Courier New" panose="02070309020205020404" pitchFamily="49" charset="0"/>
                <a:cs typeface="Courier New" panose="02070309020205020404" pitchFamily="49" charset="0"/>
              </a:rPr>
              <a:t>data</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u="sng" dirty="0">
                <a:solidFill>
                  <a:srgbClr val="0000FF"/>
                </a:solidFill>
                <a:latin typeface="Courier New" panose="02070309020205020404" pitchFamily="49" charset="0"/>
                <a:cs typeface="Courier New" panose="02070309020205020404" pitchFamily="49" charset="0"/>
              </a:rPr>
              <a:t>StatistiekB2</a:t>
            </a:r>
            <a:r>
              <a:rPr lang="de-DE" altLang="nl-BE" sz="1800" dirty="0">
                <a:solidFill>
                  <a:srgbClr val="0000FF"/>
                </a:solidFill>
                <a:latin typeface="Courier New" panose="02070309020205020404" pitchFamily="49" charset="0"/>
                <a:cs typeface="Courier New" panose="02070309020205020404" pitchFamily="49" charset="0"/>
              </a:rPr>
              <a:t>)</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&gt; </a:t>
            </a:r>
            <a:r>
              <a:rPr lang="de-DE" altLang="nl-BE" sz="1800" dirty="0" err="1">
                <a:solidFill>
                  <a:srgbClr val="0000FF"/>
                </a:solidFill>
                <a:latin typeface="Courier New" panose="02070309020205020404" pitchFamily="49" charset="0"/>
                <a:cs typeface="Courier New" panose="02070309020205020404" pitchFamily="49" charset="0"/>
              </a:rPr>
              <a:t>anova</a:t>
            </a:r>
            <a:r>
              <a:rPr lang="de-DE" altLang="nl-BE" sz="1800" dirty="0">
                <a:solidFill>
                  <a:srgbClr val="0000FF"/>
                </a:solidFill>
                <a:latin typeface="Courier New" panose="02070309020205020404" pitchFamily="49" charset="0"/>
                <a:cs typeface="Courier New" panose="02070309020205020404" pitchFamily="49" charset="0"/>
              </a:rPr>
              <a:t>(Model2, Model3)</a:t>
            </a:r>
          </a:p>
          <a:p>
            <a:pPr marL="0" indent="0">
              <a:buFontTx/>
              <a:buNone/>
            </a:pPr>
            <a:r>
              <a:rPr lang="de-DE" altLang="nl-BE" sz="1800" b="0" dirty="0">
                <a:latin typeface="Courier New" panose="02070309020205020404" pitchFamily="49" charset="0"/>
                <a:cs typeface="Courier New" panose="02070309020205020404" pitchFamily="49" charset="0"/>
              </a:rPr>
              <a:t>Analysis </a:t>
            </a:r>
            <a:r>
              <a:rPr lang="de-DE" altLang="nl-BE" sz="1800" b="0" dirty="0" err="1">
                <a:latin typeface="Courier New" panose="02070309020205020404" pitchFamily="49" charset="0"/>
                <a:cs typeface="Courier New" panose="02070309020205020404" pitchFamily="49" charset="0"/>
              </a:rPr>
              <a:t>of</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Variance</a:t>
            </a:r>
            <a:r>
              <a:rPr lang="de-DE" altLang="nl-BE" sz="1800" b="0" dirty="0">
                <a:latin typeface="Courier New" panose="02070309020205020404" pitchFamily="49" charset="0"/>
                <a:cs typeface="Courier New" panose="02070309020205020404" pitchFamily="49" charset="0"/>
              </a:rPr>
              <a:t> Table</a:t>
            </a:r>
          </a:p>
          <a:p>
            <a:pPr marL="0" indent="0">
              <a:buFontTx/>
              <a:buNone/>
            </a:pPr>
            <a:endParaRPr lang="de-DE" altLang="nl-BE" sz="1800" b="0" dirty="0">
              <a:latin typeface="Courier New" panose="02070309020205020404" pitchFamily="49" charset="0"/>
              <a:cs typeface="Courier New" panose="02070309020205020404" pitchFamily="49" charset="0"/>
            </a:endParaRPr>
          </a:p>
          <a:p>
            <a:pPr marL="0" indent="0">
              <a:buFontTx/>
              <a:buNone/>
            </a:pPr>
            <a:r>
              <a:rPr lang="de-DE" altLang="nl-BE" sz="1800" b="0" dirty="0">
                <a:latin typeface="Courier New" panose="02070309020205020404" pitchFamily="49" charset="0"/>
                <a:cs typeface="Courier New" panose="02070309020205020404" pitchFamily="49" charset="0"/>
              </a:rPr>
              <a:t>Model 1: </a:t>
            </a:r>
            <a:r>
              <a:rPr lang="de-DE" altLang="nl-BE" sz="1800" b="0" dirty="0" err="1">
                <a:latin typeface="Courier New" panose="02070309020205020404" pitchFamily="49" charset="0"/>
                <a:cs typeface="Courier New" panose="02070309020205020404" pitchFamily="49" charset="0"/>
              </a:rPr>
              <a:t>Resultaat</a:t>
            </a:r>
            <a:r>
              <a:rPr lang="de-DE" altLang="nl-BE" sz="1800" b="0" dirty="0">
                <a:latin typeface="Courier New" panose="02070309020205020404" pitchFamily="49" charset="0"/>
                <a:cs typeface="Courier New" panose="02070309020205020404" pitchFamily="49" charset="0"/>
              </a:rPr>
              <a:t> ~ </a:t>
            </a:r>
            <a:r>
              <a:rPr lang="de-DE" altLang="nl-BE" sz="1800" b="0" dirty="0" err="1">
                <a:latin typeface="Courier New" panose="02070309020205020404" pitchFamily="49" charset="0"/>
                <a:cs typeface="Courier New" panose="02070309020205020404" pitchFamily="49" charset="0"/>
              </a:rPr>
              <a:t>Autonome_mot</a:t>
            </a:r>
            <a:r>
              <a:rPr lang="de-DE" altLang="nl-BE" sz="1800" b="0" dirty="0">
                <a:latin typeface="Courier New" panose="02070309020205020404" pitchFamily="49" charset="0"/>
                <a:cs typeface="Courier New" panose="02070309020205020404" pitchFamily="49" charset="0"/>
              </a:rPr>
              <a:t> + Interesse</a:t>
            </a:r>
          </a:p>
          <a:p>
            <a:pPr marL="0" indent="0">
              <a:buFontTx/>
              <a:buNone/>
            </a:pPr>
            <a:r>
              <a:rPr lang="de-DE" altLang="nl-BE" sz="1800" b="0" dirty="0">
                <a:latin typeface="Courier New" panose="02070309020205020404" pitchFamily="49" charset="0"/>
                <a:cs typeface="Courier New" panose="02070309020205020404" pitchFamily="49" charset="0"/>
              </a:rPr>
              <a:t>Model 2: </a:t>
            </a:r>
            <a:r>
              <a:rPr lang="de-DE" altLang="nl-BE" sz="1800" b="0" dirty="0" err="1">
                <a:latin typeface="Courier New" panose="02070309020205020404" pitchFamily="49" charset="0"/>
                <a:cs typeface="Courier New" panose="02070309020205020404" pitchFamily="49" charset="0"/>
              </a:rPr>
              <a:t>Resultaat</a:t>
            </a:r>
            <a:r>
              <a:rPr lang="de-DE" altLang="nl-BE" sz="1800" b="0" dirty="0">
                <a:latin typeface="Courier New" panose="02070309020205020404" pitchFamily="49" charset="0"/>
                <a:cs typeface="Courier New" panose="02070309020205020404" pitchFamily="49" charset="0"/>
              </a:rPr>
              <a:t> ~ </a:t>
            </a:r>
            <a:r>
              <a:rPr lang="de-DE" altLang="nl-BE" sz="1800" b="0" dirty="0" err="1">
                <a:latin typeface="Courier New" panose="02070309020205020404" pitchFamily="49" charset="0"/>
                <a:cs typeface="Courier New" panose="02070309020205020404" pitchFamily="49" charset="0"/>
              </a:rPr>
              <a:t>Autonome_mot</a:t>
            </a:r>
            <a:r>
              <a:rPr lang="de-DE" altLang="nl-BE" sz="1800" b="0" dirty="0">
                <a:latin typeface="Courier New" panose="02070309020205020404" pitchFamily="49" charset="0"/>
                <a:cs typeface="Courier New" panose="02070309020205020404" pitchFamily="49" charset="0"/>
              </a:rPr>
              <a:t> + Interesse + </a:t>
            </a:r>
            <a:r>
              <a:rPr lang="de-DE" altLang="nl-BE" sz="1800" b="0" dirty="0" err="1">
                <a:latin typeface="Courier New" panose="02070309020205020404" pitchFamily="49" charset="0"/>
                <a:cs typeface="Courier New" panose="02070309020205020404" pitchFamily="49" charset="0"/>
              </a:rPr>
              <a:t>Faalangst</a:t>
            </a:r>
            <a:endParaRPr lang="de-DE" altLang="nl-BE" sz="1800" b="0" dirty="0">
              <a:latin typeface="Courier New" panose="02070309020205020404" pitchFamily="49" charset="0"/>
              <a:cs typeface="Courier New" panose="02070309020205020404" pitchFamily="49" charset="0"/>
            </a:endParaRPr>
          </a:p>
          <a:p>
            <a:pPr marL="0" indent="0">
              <a:buFontTx/>
              <a:buNone/>
            </a:pP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Res.Df</a:t>
            </a:r>
            <a:r>
              <a:rPr lang="de-DE" altLang="nl-BE" sz="1800" b="0" dirty="0">
                <a:latin typeface="Courier New" panose="02070309020205020404" pitchFamily="49" charset="0"/>
                <a:cs typeface="Courier New" panose="02070309020205020404" pitchFamily="49" charset="0"/>
              </a:rPr>
              <a:t>    RSS </a:t>
            </a:r>
            <a:r>
              <a:rPr lang="de-DE" altLang="nl-BE" sz="1800" b="0" dirty="0" err="1">
                <a:latin typeface="Courier New" panose="02070309020205020404" pitchFamily="49" charset="0"/>
                <a:cs typeface="Courier New" panose="02070309020205020404" pitchFamily="49" charset="0"/>
              </a:rPr>
              <a:t>Df</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Sum</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of</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Sq</a:t>
            </a:r>
            <a:r>
              <a:rPr lang="de-DE" altLang="nl-BE" sz="1800" b="0" dirty="0">
                <a:latin typeface="Courier New" panose="02070309020205020404" pitchFamily="49" charset="0"/>
                <a:cs typeface="Courier New" panose="02070309020205020404" pitchFamily="49" charset="0"/>
              </a:rPr>
              <a:t>      F </a:t>
            </a:r>
            <a:r>
              <a:rPr lang="de-DE" altLang="nl-BE" sz="1800" b="0" dirty="0" err="1">
                <a:latin typeface="Courier New" panose="02070309020205020404" pitchFamily="49" charset="0"/>
                <a:cs typeface="Courier New" panose="02070309020205020404" pitchFamily="49" charset="0"/>
              </a:rPr>
              <a:t>Pr</a:t>
            </a:r>
            <a:r>
              <a:rPr lang="de-DE" altLang="nl-BE" sz="1800" b="0" dirty="0">
                <a:latin typeface="Courier New" panose="02070309020205020404" pitchFamily="49" charset="0"/>
                <a:cs typeface="Courier New" panose="02070309020205020404" pitchFamily="49" charset="0"/>
              </a:rPr>
              <a:t>(&gt;F)</a:t>
            </a:r>
          </a:p>
          <a:p>
            <a:pPr marL="0" indent="0">
              <a:buFontTx/>
              <a:buNone/>
            </a:pPr>
            <a:r>
              <a:rPr lang="de-DE" altLang="nl-BE" sz="1800" b="0" dirty="0">
                <a:latin typeface="Courier New" panose="02070309020205020404" pitchFamily="49" charset="0"/>
                <a:cs typeface="Courier New" panose="02070309020205020404" pitchFamily="49" charset="0"/>
              </a:rPr>
              <a:t>1    304 </a:t>
            </a:r>
            <a:r>
              <a:rPr lang="de-DE" altLang="nl-BE" sz="1800" dirty="0">
                <a:latin typeface="Courier New" panose="02070309020205020404" pitchFamily="49" charset="0"/>
                <a:cs typeface="Courier New" panose="02070309020205020404" pitchFamily="49" charset="0"/>
              </a:rPr>
              <a:t>311.05</a:t>
            </a:r>
            <a:r>
              <a:rPr lang="de-DE" altLang="nl-BE" sz="1800" b="0" dirty="0">
                <a:latin typeface="Courier New" panose="02070309020205020404" pitchFamily="49" charset="0"/>
                <a:cs typeface="Courier New" panose="02070309020205020404" pitchFamily="49" charset="0"/>
              </a:rPr>
              <a:t>                           </a:t>
            </a:r>
          </a:p>
          <a:p>
            <a:pPr marL="0" indent="0">
              <a:buFontTx/>
              <a:buNone/>
            </a:pPr>
            <a:r>
              <a:rPr lang="de-DE" altLang="nl-BE" sz="1800" b="0" dirty="0">
                <a:latin typeface="Courier New" panose="02070309020205020404" pitchFamily="49" charset="0"/>
                <a:cs typeface="Courier New" panose="02070309020205020404" pitchFamily="49" charset="0"/>
              </a:rPr>
              <a:t>2    303 </a:t>
            </a:r>
            <a:r>
              <a:rPr lang="de-DE" altLang="nl-BE" sz="1800" dirty="0">
                <a:latin typeface="Courier New" panose="02070309020205020404" pitchFamily="49" charset="0"/>
                <a:cs typeface="Courier New" panose="02070309020205020404" pitchFamily="49" charset="0"/>
              </a:rPr>
              <a:t>309.76</a:t>
            </a:r>
            <a:r>
              <a:rPr lang="de-DE" altLang="nl-BE" sz="1800" b="0" dirty="0">
                <a:latin typeface="Courier New" panose="02070309020205020404" pitchFamily="49" charset="0"/>
                <a:cs typeface="Courier New" panose="02070309020205020404" pitchFamily="49" charset="0"/>
              </a:rPr>
              <a:t>  1    1.2942 1.2659 </a:t>
            </a:r>
            <a:r>
              <a:rPr lang="de-DE" altLang="nl-BE" sz="1800" dirty="0">
                <a:latin typeface="Courier New" panose="02070309020205020404" pitchFamily="49" charset="0"/>
                <a:cs typeface="Courier New" panose="02070309020205020404" pitchFamily="49" charset="0"/>
              </a:rPr>
              <a:t>0.2614</a:t>
            </a:r>
            <a:endParaRPr lang="nl-NL" altLang="nl-BE" sz="1800" dirty="0">
              <a:latin typeface="Courier New" panose="02070309020205020404" pitchFamily="49" charset="0"/>
              <a:cs typeface="Courier New" panose="02070309020205020404" pitchFamily="49" charset="0"/>
            </a:endParaRPr>
          </a:p>
          <a:p>
            <a:endParaRPr lang="nl-BE" sz="1800" dirty="0"/>
          </a:p>
        </p:txBody>
      </p:sp>
    </p:spTree>
    <p:extLst>
      <p:ext uri="{BB962C8B-B14F-4D97-AF65-F5344CB8AC3E}">
        <p14:creationId xmlns:p14="http://schemas.microsoft.com/office/powerpoint/2010/main" val="1528113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35</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a:xfrm>
            <a:off x="6564312" y="620713"/>
            <a:ext cx="5505767" cy="1385085"/>
          </a:xfrm>
        </p:spPr>
        <p:txBody>
          <a:bodyPr>
            <a:normAutofit fontScale="90000"/>
          </a:bodyPr>
          <a:lstStyle/>
          <a:p>
            <a:r>
              <a:rPr lang="nl-BE" dirty="0"/>
              <a:t>Meervoudige regressieanalyse samengevat…</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a:xfrm>
            <a:off x="6564313" y="2272145"/>
            <a:ext cx="5365090" cy="3965142"/>
          </a:xfrm>
        </p:spPr>
        <p:txBody>
          <a:bodyPr>
            <a:normAutofit/>
          </a:bodyPr>
          <a:lstStyle/>
          <a:p>
            <a:pPr marL="514350" indent="-514350">
              <a:buFont typeface="+mj-lt"/>
              <a:buAutoNum type="arabicPeriod"/>
            </a:pPr>
            <a:r>
              <a:rPr lang="nl-BE" dirty="0"/>
              <a:t>Modellen vergelijken</a:t>
            </a:r>
          </a:p>
          <a:p>
            <a:pPr marL="514350" indent="-514350">
              <a:buFont typeface="+mj-lt"/>
              <a:buAutoNum type="arabicPeriod"/>
            </a:pPr>
            <a:r>
              <a:rPr lang="nl-BE" dirty="0"/>
              <a:t>Beste model</a:t>
            </a:r>
          </a:p>
          <a:p>
            <a:pPr marL="514350" indent="-514350">
              <a:buFont typeface="+mj-lt"/>
              <a:buAutoNum type="arabicPeriod"/>
            </a:pPr>
            <a:r>
              <a:rPr lang="nl-BE" dirty="0"/>
              <a:t>Assumpties beste model</a:t>
            </a:r>
          </a:p>
          <a:p>
            <a:pPr marL="514350" indent="-514350">
              <a:buFont typeface="+mj-lt"/>
              <a:buAutoNum type="arabicPeriod"/>
            </a:pPr>
            <a:r>
              <a:rPr lang="nl-BE" dirty="0"/>
              <a:t>Intercept + slopes (en stat. sign.) </a:t>
            </a:r>
          </a:p>
          <a:p>
            <a:pPr marL="514350" indent="-514350">
              <a:buFont typeface="+mj-lt"/>
              <a:buAutoNum type="arabicPeriod"/>
            </a:pPr>
            <a:r>
              <a:rPr lang="nl-BE" dirty="0"/>
              <a:t>Model fit (</a:t>
            </a:r>
            <a:r>
              <a:rPr lang="nl-BE" i="1" dirty="0"/>
              <a:t>R</a:t>
            </a:r>
            <a:r>
              <a:rPr lang="nl-BE" i="1" baseline="30000" dirty="0"/>
              <a:t>2</a:t>
            </a:r>
            <a:r>
              <a:rPr lang="nl-BE" dirty="0"/>
              <a:t>) (en stat. sign.) </a:t>
            </a:r>
          </a:p>
          <a:p>
            <a:pPr marL="514350" indent="-514350">
              <a:buFont typeface="+mj-lt"/>
              <a:buAutoNum type="arabicPeriod"/>
            </a:pPr>
            <a:r>
              <a:rPr lang="nl-BE" dirty="0"/>
              <a:t>(Visualisatie a.d.h.v. scatterplot met regressielijn ifv OV)</a:t>
            </a:r>
          </a:p>
        </p:txBody>
      </p:sp>
      <p:pic>
        <p:nvPicPr>
          <p:cNvPr id="7" name="Tijdelijke aanduiding voor afbeelding 6">
            <a:extLst>
              <a:ext uri="{FF2B5EF4-FFF2-40B4-BE49-F238E27FC236}">
                <a16:creationId xmlns:a16="http://schemas.microsoft.com/office/drawing/2014/main" id="{02CB0FD9-9CCA-654F-A7ED-877FDBB83BCB}"/>
              </a:ext>
            </a:extLst>
          </p:cNvPr>
          <p:cNvPicPr>
            <a:picLocks noGrp="1" noChangeAspect="1"/>
          </p:cNvPicPr>
          <p:nvPr>
            <p:ph type="pic" idx="1"/>
          </p:nvPr>
        </p:nvPicPr>
        <p:blipFill rotWithShape="1">
          <a:blip r:embed="rId2"/>
          <a:srcRect t="-37075" b="-37075"/>
          <a:stretch/>
        </p:blipFill>
        <p:spPr>
          <a:xfrm>
            <a:off x="623889" y="620713"/>
            <a:ext cx="5145732" cy="5616575"/>
          </a:xfrm>
          <a:solidFill>
            <a:schemeClr val="accent4"/>
          </a:solidFill>
        </p:spPr>
      </p:pic>
    </p:spTree>
    <p:extLst>
      <p:ext uri="{BB962C8B-B14F-4D97-AF65-F5344CB8AC3E}">
        <p14:creationId xmlns:p14="http://schemas.microsoft.com/office/powerpoint/2010/main" val="301525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B22E76-2806-584A-A6BE-AB07F6EE2CA6}"/>
              </a:ext>
            </a:extLst>
          </p:cNvPr>
          <p:cNvSpPr>
            <a:spLocks noGrp="1"/>
          </p:cNvSpPr>
          <p:nvPr>
            <p:ph type="title"/>
          </p:nvPr>
        </p:nvSpPr>
        <p:spPr/>
        <p:txBody>
          <a:bodyPr/>
          <a:lstStyle/>
          <a:p>
            <a:r>
              <a:rPr lang="nl-BE" dirty="0"/>
              <a:t>Huiswerk</a:t>
            </a:r>
          </a:p>
        </p:txBody>
      </p:sp>
      <p:sp>
        <p:nvSpPr>
          <p:cNvPr id="3" name="Tijdelijke aanduiding voor dianummer 2">
            <a:extLst>
              <a:ext uri="{FF2B5EF4-FFF2-40B4-BE49-F238E27FC236}">
                <a16:creationId xmlns:a16="http://schemas.microsoft.com/office/drawing/2014/main" id="{1233C605-2ED2-F44A-A358-6A35CD7A3FE8}"/>
              </a:ext>
            </a:extLst>
          </p:cNvPr>
          <p:cNvSpPr>
            <a:spLocks noGrp="1"/>
          </p:cNvSpPr>
          <p:nvPr>
            <p:ph type="sldNum" sz="quarter" idx="10"/>
          </p:nvPr>
        </p:nvSpPr>
        <p:spPr/>
        <p:txBody>
          <a:bodyPr/>
          <a:lstStyle/>
          <a:p>
            <a:fld id="{E038E271-308C-2E46-A3EC-56326F9084CC}" type="slidenum">
              <a:rPr lang="nl-BE" smtClean="0"/>
              <a:pPr/>
              <a:t>36</a:t>
            </a:fld>
            <a:endParaRPr lang="nl-BE" dirty="0"/>
          </a:p>
        </p:txBody>
      </p:sp>
      <p:sp>
        <p:nvSpPr>
          <p:cNvPr id="4" name="Tijdelijke aanduiding voor inhoud 3">
            <a:extLst>
              <a:ext uri="{FF2B5EF4-FFF2-40B4-BE49-F238E27FC236}">
                <a16:creationId xmlns:a16="http://schemas.microsoft.com/office/drawing/2014/main" id="{B913B50C-7025-3A46-B273-07690D17FCFC}"/>
              </a:ext>
            </a:extLst>
          </p:cNvPr>
          <p:cNvSpPr>
            <a:spLocks noGrp="1"/>
          </p:cNvSpPr>
          <p:nvPr>
            <p:ph idx="1"/>
          </p:nvPr>
        </p:nvSpPr>
        <p:spPr/>
        <p:txBody>
          <a:bodyPr wrap="square"/>
          <a:lstStyle/>
          <a:p>
            <a:r>
              <a:rPr lang="nl-BE" b="0" dirty="0"/>
              <a:t>Hoofdstuk rond regressieanalyse als Lingua Franca doornemen</a:t>
            </a:r>
          </a:p>
          <a:p>
            <a:r>
              <a:rPr lang="nl-BE" b="0" dirty="0"/>
              <a:t>Script!</a:t>
            </a:r>
          </a:p>
          <a:p>
            <a:r>
              <a:rPr lang="nl-BE" b="0" dirty="0"/>
              <a:t>ZSO 7</a:t>
            </a:r>
          </a:p>
        </p:txBody>
      </p:sp>
    </p:spTree>
    <p:extLst>
      <p:ext uri="{BB962C8B-B14F-4D97-AF65-F5344CB8AC3E}">
        <p14:creationId xmlns:p14="http://schemas.microsoft.com/office/powerpoint/2010/main" val="155615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36FC219E-2B52-8B46-BCE5-D6ECF9B24491}"/>
              </a:ext>
            </a:extLst>
          </p:cNvPr>
          <p:cNvSpPr>
            <a:spLocks noGrp="1"/>
          </p:cNvSpPr>
          <p:nvPr>
            <p:ph type="sldNum" sz="quarter" idx="10"/>
          </p:nvPr>
        </p:nvSpPr>
        <p:spPr/>
        <p:txBody>
          <a:bodyPr/>
          <a:lstStyle/>
          <a:p>
            <a:fld id="{E038E271-308C-2E46-A3EC-56326F9084CC}" type="slidenum">
              <a:rPr lang="nl-BE" smtClean="0"/>
              <a:pPr/>
              <a:t>37</a:t>
            </a:fld>
            <a:endParaRPr lang="nl-BE" dirty="0">
              <a:latin typeface="Calibri Light" panose="020F0302020204030204" pitchFamily="34" charset="0"/>
            </a:endParaRPr>
          </a:p>
        </p:txBody>
      </p:sp>
      <p:pic>
        <p:nvPicPr>
          <p:cNvPr id="7" name="Tijdelijke aanduiding voor afbeelding 6">
            <a:extLst>
              <a:ext uri="{FF2B5EF4-FFF2-40B4-BE49-F238E27FC236}">
                <a16:creationId xmlns:a16="http://schemas.microsoft.com/office/drawing/2014/main" id="{47588DA9-5F49-F746-B1D9-BBA874481F4B}"/>
              </a:ext>
            </a:extLst>
          </p:cNvPr>
          <p:cNvPicPr>
            <a:picLocks noGrp="1" noChangeAspect="1"/>
          </p:cNvPicPr>
          <p:nvPr>
            <p:ph type="pic" idx="1"/>
          </p:nvPr>
        </p:nvPicPr>
        <p:blipFill rotWithShape="1">
          <a:blip r:embed="rId2"/>
          <a:srcRect t="-300680" b="-300680"/>
          <a:stretch/>
        </p:blipFill>
        <p:spPr/>
      </p:pic>
    </p:spTree>
    <p:extLst>
      <p:ext uri="{BB962C8B-B14F-4D97-AF65-F5344CB8AC3E}">
        <p14:creationId xmlns:p14="http://schemas.microsoft.com/office/powerpoint/2010/main" val="4236631438"/>
      </p:ext>
    </p:extLst>
  </p:cSld>
  <p:clrMapOvr>
    <a:masterClrMapping/>
  </p:clrMapOvr>
</p:sld>
</file>

<file path=ppt/theme/theme1.xml><?xml version="1.0" encoding="utf-8"?>
<a:theme xmlns:a="http://schemas.openxmlformats.org/drawingml/2006/main" name="UAntwerpen-inhoud">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a:spPr>
      <a:bodyPr lIns="180000" tIns="180000" rIns="180000" bIns="180000" anchor="ctr"/>
      <a:lstStyle>
        <a:defPPr marL="179388" indent="-179388">
          <a:spcAft>
            <a:spcPts val="450"/>
          </a:spcAft>
          <a:buFont typeface="Arial" charset="0"/>
          <a:buChar char="•"/>
          <a:defRPr sz="1600" dirty="0">
            <a:latin typeface="Verdana" charset="0"/>
            <a:ea typeface="Verdana Regular" charset="0"/>
            <a:cs typeface="Verdana Regular" charset="0"/>
            <a:sym typeface="Securitas Sans Light" charset="0"/>
          </a:defRPr>
        </a:defPPr>
      </a:lstStyle>
    </a:spDef>
    <a:lnDef>
      <a:spPr>
        <a:ln>
          <a:tailEnd type="arrow"/>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2800" b="1" dirty="0">
            <a:solidFill>
              <a:schemeClr val="bg1"/>
            </a:solidFill>
            <a:latin typeface="Gotham" panose="02000603040000020004" pitchFamily="2" charset="0"/>
            <a:ea typeface="Verdana" panose="020B0604030504040204" pitchFamily="34" charset="0"/>
            <a:cs typeface="Verdana" panose="020B0604030504040204" pitchFamily="34" charset="0"/>
          </a:defRPr>
        </a:defPPr>
      </a:lstStyle>
    </a:txDef>
  </a:objectDefaults>
  <a:extraClrSchemeLst/>
  <a:extLst>
    <a:ext uri="{05A4C25C-085E-4340-85A3-A5531E510DB2}">
      <thm15:themeFamily xmlns:thm15="http://schemas.microsoft.com/office/thememl/2012/main" name="vdp_powerpoint" id="{FEF18948-FC9D-1340-AA00-430FBBA861E5}" vid="{591CA67A-998E-6049-B579-1B92244B0BFA}"/>
    </a:ext>
  </a:extLst>
</a:theme>
</file>

<file path=ppt/theme/theme2.xml><?xml version="1.0" encoding="utf-8"?>
<a:theme xmlns:a="http://schemas.openxmlformats.org/drawingml/2006/main" name="UAntwerpen_titelslide">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33E4096B1224744B14B28F94E3FEB1B" ma:contentTypeVersion="8" ma:contentTypeDescription="Een nieuw document maken." ma:contentTypeScope="" ma:versionID="dd69ad4b946f0bf0a6a24c2874057b2a">
  <xsd:schema xmlns:xsd="http://www.w3.org/2001/XMLSchema" xmlns:xs="http://www.w3.org/2001/XMLSchema" xmlns:p="http://schemas.microsoft.com/office/2006/metadata/properties" xmlns:ns2="6b30ab21-c247-4d68-a057-2d2e000e95f9" targetNamespace="http://schemas.microsoft.com/office/2006/metadata/properties" ma:root="true" ma:fieldsID="89681776de429ea430604d1296cc4f75" ns2:_="">
    <xsd:import namespace="6b30ab21-c247-4d68-a057-2d2e000e95f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30ab21-c247-4d68-a057-2d2e000e9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B1CE31-3782-4378-AA46-EEB2EB2B2E6D}">
  <ds:schemaRefs>
    <ds:schemaRef ds:uri="6b30ab21-c247-4d68-a057-2d2e000e95f9"/>
    <ds:schemaRef ds:uri="http://purl.org/dc/dcmitype/"/>
    <ds:schemaRef ds:uri="http://schemas.openxmlformats.org/package/2006/metadata/core-properties"/>
    <ds:schemaRef ds:uri="http://schemas.microsoft.com/office/2006/metadata/properties"/>
    <ds:schemaRef ds:uri="http://purl.org/dc/elements/1.1/"/>
    <ds:schemaRef ds:uri="http://purl.org/dc/terms/"/>
    <ds:schemaRef ds:uri="http://www.w3.org/XML/1998/namespace"/>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BC569AA9-50A3-467D-8B67-8AE1EAD3FC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30ab21-c247-4d68-a057-2d2e000e95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964DAEF-56C7-4F5C-B4E2-F8B28547284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vdp_powerpoint</Template>
  <TotalTime>6243</TotalTime>
  <Words>2573</Words>
  <Application>Microsoft Office PowerPoint</Application>
  <PresentationFormat>Breedbeeld</PresentationFormat>
  <Paragraphs>406</Paragraphs>
  <Slides>37</Slides>
  <Notes>30</Notes>
  <HiddenSlides>0</HiddenSlides>
  <MMClips>0</MMClips>
  <ScaleCrop>false</ScaleCrop>
  <HeadingPairs>
    <vt:vector size="10" baseType="variant">
      <vt:variant>
        <vt:lpstr>Gebruikte lettertypen</vt:lpstr>
      </vt:variant>
      <vt:variant>
        <vt:i4>13</vt:i4>
      </vt:variant>
      <vt:variant>
        <vt:lpstr>Thema</vt:lpstr>
      </vt:variant>
      <vt:variant>
        <vt:i4>2</vt:i4>
      </vt:variant>
      <vt:variant>
        <vt:lpstr>Koppelingen</vt:lpstr>
      </vt:variant>
      <vt:variant>
        <vt:i4>1</vt:i4>
      </vt:variant>
      <vt:variant>
        <vt:lpstr>Ingesloten OLE-bronprogramma's</vt:lpstr>
      </vt:variant>
      <vt:variant>
        <vt:i4>1</vt:i4>
      </vt:variant>
      <vt:variant>
        <vt:lpstr>Diatitels</vt:lpstr>
      </vt:variant>
      <vt:variant>
        <vt:i4>37</vt:i4>
      </vt:variant>
    </vt:vector>
  </HeadingPairs>
  <TitlesOfParts>
    <vt:vector size="54" baseType="lpstr">
      <vt:lpstr>ＭＳ Ｐゴシック</vt:lpstr>
      <vt:lpstr>Arial</vt:lpstr>
      <vt:lpstr>Calibri</vt:lpstr>
      <vt:lpstr>Calibri Light</vt:lpstr>
      <vt:lpstr>Cambria Math</vt:lpstr>
      <vt:lpstr>Courier New</vt:lpstr>
      <vt:lpstr>Gotham</vt:lpstr>
      <vt:lpstr>ITC Officina Sans Std Book</vt:lpstr>
      <vt:lpstr>Symbol</vt:lpstr>
      <vt:lpstr>Times New Roman</vt:lpstr>
      <vt:lpstr>Trebuchet MS</vt:lpstr>
      <vt:lpstr>Verdana</vt:lpstr>
      <vt:lpstr>Wingdings</vt:lpstr>
      <vt:lpstr>UAntwerpen-inhoud</vt:lpstr>
      <vt:lpstr>UAntwerpen_titelslide</vt:lpstr>
      <vt:lpstr>???</vt:lpstr>
      <vt:lpstr>Equation</vt:lpstr>
      <vt:lpstr>Statistiek B – contactmoment 4</vt:lpstr>
      <vt:lpstr>PowerPoint-presentatie</vt:lpstr>
      <vt:lpstr>Te.   ugblik   </vt:lpstr>
      <vt:lpstr>Correlaties</vt:lpstr>
      <vt:lpstr>   egressie</vt:lpstr>
      <vt:lpstr>   egressie</vt:lpstr>
      <vt:lpstr>   egressie</vt:lpstr>
      <vt:lpstr>Assumpties regressieanalyse</vt:lpstr>
      <vt:lpstr>Waarom lineair?</vt:lpstr>
      <vt:lpstr>Homoscedasticiteit</vt:lpstr>
      <vt:lpstr>Geen outliers</vt:lpstr>
      <vt:lpstr>Geen clustering</vt:lpstr>
      <vt:lpstr>Hoe cont     oleren?</vt:lpstr>
      <vt:lpstr>Standaardgrafieken uit R</vt:lpstr>
      <vt:lpstr>Residuele vs geschatte waarden</vt:lpstr>
      <vt:lpstr>Scale-location plot</vt:lpstr>
      <vt:lpstr>QQ-plot</vt:lpstr>
      <vt:lpstr>Twee maten om outliers te evalueren?</vt:lpstr>
      <vt:lpstr>Interactieve grafieken uit OLP2 functies</vt:lpstr>
      <vt:lpstr>Andere assumpties?</vt:lpstr>
      <vt:lpstr>Meervoudige regressieanalyse</vt:lpstr>
      <vt:lpstr>Een voorbeeld</vt:lpstr>
      <vt:lpstr>Enkelvoudige regressie - visueel</vt:lpstr>
      <vt:lpstr>Meervoudige regressie - visueel</vt:lpstr>
      <vt:lpstr>Meervoudige regressie - formule</vt:lpstr>
      <vt:lpstr>   egressie</vt:lpstr>
      <vt:lpstr>   egressie</vt:lpstr>
      <vt:lpstr> Voorspellen!</vt:lpstr>
      <vt:lpstr> Voorspellen!</vt:lpstr>
      <vt:lpstr>Meervoudige regressie – extra assumptie</vt:lpstr>
      <vt:lpstr>VIF in R</vt:lpstr>
      <vt:lpstr>Het ene model is het andere niet…</vt:lpstr>
      <vt:lpstr>Modellen vergelijken in R</vt:lpstr>
      <vt:lpstr>Modellen vergelijken in R</vt:lpstr>
      <vt:lpstr>Meervoudige regressieanalyse samengevat…</vt:lpstr>
      <vt:lpstr>Huiswerk</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Sofie Vermeiren</cp:lastModifiedBy>
  <cp:revision>305</cp:revision>
  <cp:lastPrinted>2026-03-11T14:35:21Z</cp:lastPrinted>
  <dcterms:created xsi:type="dcterms:W3CDTF">2020-12-07T09:05:54Z</dcterms:created>
  <dcterms:modified xsi:type="dcterms:W3CDTF">2026-03-11T14:37:00Z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0x010100D33E4096B1224744B14B28F94E3FEB1B</vt:lpwstr>
  </property>
</Properties>
</file>